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E9811-6412-4C0D-2AAF-B6CBDC1C90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4FE1CD-3C25-05A3-9C5A-83B0C910C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4F12C-E404-497B-1953-F85EB65E2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C2491-F531-4E1B-B60A-CB2B4D91D877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7A9AA-316C-9B44-8C9F-B7B462715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8AE26-182D-3F8A-8D3B-F75D1DE20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6AAC7-14C3-4F3E-AE2D-AC577E549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720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6EB65-46BE-D000-1192-F978C562D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FA30F-6F38-B845-0C4B-6491EC549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B8EA5-0A58-A58C-813E-68CD9B4DD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C2491-F531-4E1B-B60A-CB2B4D91D877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7E1AC-BB8C-F8C3-359A-47A143C9A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66274-6E00-1887-1FA8-8FFC24B78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6AAC7-14C3-4F3E-AE2D-AC577E549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844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C0CC8-DBA5-48D0-4DAF-E727DC629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5DC39-399F-97DB-712F-0BAAF9439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81C43-25B3-3357-113A-DAB52E5E2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C2491-F531-4E1B-B60A-CB2B4D91D877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79C1D-ABF2-61A1-077A-E823E38DF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B9A39-A929-2F0E-2A24-750F3F727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6AAC7-14C3-4F3E-AE2D-AC577E549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27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F442E-5720-B560-21E7-509D90D3F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E67EE-9055-BF95-3CF6-D1F3BB88DE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116272-81AD-C358-EFB3-AC9534E20A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83567B-E394-A017-6B6A-EE71C597E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C2491-F531-4E1B-B60A-CB2B4D91D877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2E8AFD-D1E6-BB44-4547-45EC03A85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C4D052-A4D9-5219-0B4B-FA0E3D386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6AAC7-14C3-4F3E-AE2D-AC577E549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43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697B8-F3A5-1188-4392-8BBDC4B12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8E87B-4763-7FBE-5EB9-D1F495D38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BB56E1-7788-68B7-E751-35E297966A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F9A04D-335E-2941-9017-BE089B1543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FD77CF-23A7-DAA7-CE30-4EED01A7C5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CE68A5-93E6-20DC-13AE-16BB13275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C2491-F531-4E1B-B60A-CB2B4D91D877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6EB371-00DC-AD86-BC06-D09ED9432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2709EF-5992-47BE-25A1-D2DEFC43D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6AAC7-14C3-4F3E-AE2D-AC577E549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987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613A2-DCA1-3285-D133-FC0F311C5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B9A2B7-01E5-4712-B5D9-51CD48B35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C2491-F531-4E1B-B60A-CB2B4D91D877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64191E-A97E-5D8E-9955-8B2E965AA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5064D2-73A6-6279-1D93-591F4111E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6AAC7-14C3-4F3E-AE2D-AC577E549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48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2EB4B6-DF5B-97AE-9E28-FACB454DE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C2491-F531-4E1B-B60A-CB2B4D91D877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E6143-3935-83CD-E549-C292B6AA9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4CD70-02B8-C45E-4A77-0A0E84062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6AAC7-14C3-4F3E-AE2D-AC577E549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72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3FA9F-188E-6111-D0BC-8935D776B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84999-05C1-A407-AE61-1632F961D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F9F91F-D7C1-DD74-2772-822CE5075D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190FD-6010-E8C6-577E-DFCC05585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C2491-F531-4E1B-B60A-CB2B4D91D877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AEEA02-A72A-70F0-B4A6-3647186EA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597A08-B244-2212-8A3C-BFB8B7D57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6AAC7-14C3-4F3E-AE2D-AC577E549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788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7E811-CEA3-8659-EADF-8C192DD81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40F780-6E5B-2375-F242-D952D0BED8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BD4F83-4D01-D978-E3E8-BB57FDAA8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9B478-C22E-9E44-74A8-6C6503323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C2491-F531-4E1B-B60A-CB2B4D91D877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B622E7-C964-EC1E-B12C-190AB072D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DE1F6B-1211-B9A0-3C9B-5BBFA3BB9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6AAC7-14C3-4F3E-AE2D-AC577E549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92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9FBA9-0238-BB78-1967-0B0FDCA17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97A5AE-87CD-3B34-972C-FB1CDC014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3E7E2-67A3-958D-B638-DDC9F6F25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C2491-F531-4E1B-B60A-CB2B4D91D877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574E7-E21C-AC82-48B5-C65779DF5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25D3B-A42E-4E9B-534D-B1A9BB319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6AAC7-14C3-4F3E-AE2D-AC577E549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456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65D8EB-93E7-D06A-63F8-7EE3D2C47F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C753BA-6CC0-165C-DD71-43142AA5BF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E4ED7-0950-6E6C-A761-E717B725A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C2491-F531-4E1B-B60A-CB2B4D91D877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8562E-376B-F56A-E2DC-18F09072A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FA7C5-01BB-5927-5FF7-051C016E3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6AAC7-14C3-4F3E-AE2D-AC577E549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677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94F90E-C1B1-3E32-AC2F-5CEA9505E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C8385-6C4E-2334-BD30-65E181FE8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E7063-E2BD-9995-4E75-7BBBB8656F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5C2491-F531-4E1B-B60A-CB2B4D91D877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4F438-F015-2497-4035-8FA4F15535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BB127-3943-FCA4-2F92-2BD88BEF8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36AAC7-14C3-4F3E-AE2D-AC577E549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723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Arrow: Right 41">
            <a:extLst>
              <a:ext uri="{FF2B5EF4-FFF2-40B4-BE49-F238E27FC236}">
                <a16:creationId xmlns:a16="http://schemas.microsoft.com/office/drawing/2014/main" id="{ED28757D-9649-7CFC-1CAB-CD7E99668383}"/>
              </a:ext>
            </a:extLst>
          </p:cNvPr>
          <p:cNvSpPr/>
          <p:nvPr/>
        </p:nvSpPr>
        <p:spPr>
          <a:xfrm rot="3855358">
            <a:off x="5232781" y="2672434"/>
            <a:ext cx="1284723" cy="279146"/>
          </a:xfrm>
          <a:prstGeom prst="rightArrow">
            <a:avLst>
              <a:gd name="adj1" fmla="val 50000"/>
              <a:gd name="adj2" fmla="val 104113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6737065-A81F-FE01-B318-57F6F0195259}"/>
              </a:ext>
            </a:extLst>
          </p:cNvPr>
          <p:cNvCxnSpPr>
            <a:cxnSpLocks/>
          </p:cNvCxnSpPr>
          <p:nvPr/>
        </p:nvCxnSpPr>
        <p:spPr>
          <a:xfrm flipV="1">
            <a:off x="3287522" y="1133856"/>
            <a:ext cx="0" cy="50609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56C1DA2-3B43-73ED-7035-5E388D2F101D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3287522" y="6193462"/>
            <a:ext cx="6772278" cy="13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A9404E29-E5D0-FA16-DB7F-060C21025755}"/>
              </a:ext>
            </a:extLst>
          </p:cNvPr>
          <p:cNvCxnSpPr>
            <a:cxnSpLocks/>
          </p:cNvCxnSpPr>
          <p:nvPr/>
        </p:nvCxnSpPr>
        <p:spPr>
          <a:xfrm rot="10800000" flipV="1">
            <a:off x="3287522" y="5870973"/>
            <a:ext cx="571500" cy="322489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2B26ABAD-825D-77BC-E44C-6FA3C0C89B77}"/>
              </a:ext>
            </a:extLst>
          </p:cNvPr>
          <p:cNvCxnSpPr>
            <a:cxnSpLocks/>
          </p:cNvCxnSpPr>
          <p:nvPr/>
        </p:nvCxnSpPr>
        <p:spPr>
          <a:xfrm rot="10800000" flipV="1">
            <a:off x="3573272" y="5556001"/>
            <a:ext cx="571500" cy="322489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B447163D-7B41-05E1-E87B-E78A0B6C25DA}"/>
              </a:ext>
            </a:extLst>
          </p:cNvPr>
          <p:cNvCxnSpPr>
            <a:cxnSpLocks/>
          </p:cNvCxnSpPr>
          <p:nvPr/>
        </p:nvCxnSpPr>
        <p:spPr>
          <a:xfrm rot="10800000" flipV="1">
            <a:off x="3859023" y="5229754"/>
            <a:ext cx="571500" cy="322489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E3F7FA84-8828-5B37-731F-F8A1EA749393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44773" y="4905386"/>
            <a:ext cx="571500" cy="322489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BC45DE9B-C57B-AEC9-6165-604543879631}"/>
              </a:ext>
            </a:extLst>
          </p:cNvPr>
          <p:cNvCxnSpPr>
            <a:cxnSpLocks/>
          </p:cNvCxnSpPr>
          <p:nvPr/>
        </p:nvCxnSpPr>
        <p:spPr>
          <a:xfrm rot="10800000" flipV="1">
            <a:off x="5294122" y="4061593"/>
            <a:ext cx="571500" cy="322489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3DA7B6AB-B1F1-2D92-8E88-AFC6B9062A52}"/>
              </a:ext>
            </a:extLst>
          </p:cNvPr>
          <p:cNvCxnSpPr>
            <a:cxnSpLocks/>
          </p:cNvCxnSpPr>
          <p:nvPr/>
        </p:nvCxnSpPr>
        <p:spPr>
          <a:xfrm rot="10800000" flipV="1">
            <a:off x="5579872" y="3746621"/>
            <a:ext cx="571500" cy="322489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22919C62-72B6-7E40-D8F0-4A375724E6CA}"/>
              </a:ext>
            </a:extLst>
          </p:cNvPr>
          <p:cNvCxnSpPr>
            <a:cxnSpLocks/>
          </p:cNvCxnSpPr>
          <p:nvPr/>
        </p:nvCxnSpPr>
        <p:spPr>
          <a:xfrm rot="10800000" flipV="1">
            <a:off x="5865623" y="3420374"/>
            <a:ext cx="571500" cy="322489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215E0AB7-47E5-6EC7-2E22-6807791ACA7F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51373" y="3096006"/>
            <a:ext cx="571500" cy="322489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C59A05C8-1EE5-CFCE-0943-3ABCED9964E1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58022" y="5863456"/>
            <a:ext cx="571500" cy="322489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1A1317E4-4AC4-89BF-867B-FBDCFBE208E8}"/>
              </a:ext>
            </a:extLst>
          </p:cNvPr>
          <p:cNvCxnSpPr>
            <a:cxnSpLocks/>
          </p:cNvCxnSpPr>
          <p:nvPr/>
        </p:nvCxnSpPr>
        <p:spPr>
          <a:xfrm rot="10800000" flipV="1">
            <a:off x="8843772" y="5548484"/>
            <a:ext cx="571500" cy="322489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913BD2D8-914E-45F8-B32A-213889E61A24}"/>
              </a:ext>
            </a:extLst>
          </p:cNvPr>
          <p:cNvCxnSpPr>
            <a:cxnSpLocks/>
          </p:cNvCxnSpPr>
          <p:nvPr/>
        </p:nvCxnSpPr>
        <p:spPr>
          <a:xfrm rot="10800000" flipV="1">
            <a:off x="9129523" y="5222237"/>
            <a:ext cx="571500" cy="322489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310F281E-9FC2-D5DC-50D7-28C82C221A1C}"/>
              </a:ext>
            </a:extLst>
          </p:cNvPr>
          <p:cNvCxnSpPr>
            <a:cxnSpLocks/>
          </p:cNvCxnSpPr>
          <p:nvPr/>
        </p:nvCxnSpPr>
        <p:spPr>
          <a:xfrm rot="10800000" flipV="1">
            <a:off x="9415273" y="4897869"/>
            <a:ext cx="571500" cy="322489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C962325-862E-0847-EBCB-ABCA03BB111E}"/>
              </a:ext>
            </a:extLst>
          </p:cNvPr>
          <p:cNvCxnSpPr>
            <a:cxnSpLocks/>
          </p:cNvCxnSpPr>
          <p:nvPr/>
        </p:nvCxnSpPr>
        <p:spPr>
          <a:xfrm>
            <a:off x="8551673" y="1436297"/>
            <a:ext cx="0" cy="474964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EF179A0-8AC4-37FE-F754-F784C23175EC}"/>
              </a:ext>
            </a:extLst>
          </p:cNvPr>
          <p:cNvSpPr txBox="1"/>
          <p:nvPr/>
        </p:nvSpPr>
        <p:spPr>
          <a:xfrm rot="19164111">
            <a:off x="4600233" y="4170993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/>
                </a:solidFill>
              </a:rPr>
              <a:t>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BADA16-87F6-317B-8E36-ECF677CBA559}"/>
              </a:ext>
            </a:extLst>
          </p:cNvPr>
          <p:cNvSpPr txBox="1"/>
          <p:nvPr/>
        </p:nvSpPr>
        <p:spPr>
          <a:xfrm>
            <a:off x="2352640" y="1299815"/>
            <a:ext cx="77469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1000</a:t>
            </a:r>
          </a:p>
          <a:p>
            <a:pPr algn="r"/>
            <a:r>
              <a:rPr lang="en-US" dirty="0"/>
              <a:t>999</a:t>
            </a:r>
          </a:p>
          <a:p>
            <a:pPr algn="r"/>
            <a:r>
              <a:rPr lang="en-US" dirty="0"/>
              <a:t>998</a:t>
            </a:r>
          </a:p>
          <a:p>
            <a:pPr algn="r"/>
            <a:endParaRPr lang="en-US" dirty="0"/>
          </a:p>
          <a:p>
            <a:pPr algn="r"/>
            <a:r>
              <a:rPr lang="en-US" dirty="0"/>
              <a:t>…</a:t>
            </a:r>
          </a:p>
          <a:p>
            <a:pPr algn="r"/>
            <a:endParaRPr lang="en-US" dirty="0"/>
          </a:p>
          <a:p>
            <a:pPr algn="r"/>
            <a:r>
              <a:rPr lang="en-US" dirty="0"/>
              <a:t>501</a:t>
            </a:r>
          </a:p>
          <a:p>
            <a:pPr algn="r"/>
            <a:r>
              <a:rPr lang="en-US" dirty="0"/>
              <a:t>500</a:t>
            </a:r>
          </a:p>
          <a:p>
            <a:pPr algn="r"/>
            <a:r>
              <a:rPr lang="en-US" dirty="0"/>
              <a:t>499</a:t>
            </a:r>
          </a:p>
          <a:p>
            <a:pPr algn="r"/>
            <a:r>
              <a:rPr lang="en-US" dirty="0"/>
              <a:t>498</a:t>
            </a:r>
          </a:p>
          <a:p>
            <a:pPr algn="r"/>
            <a:endParaRPr lang="en-US" dirty="0"/>
          </a:p>
          <a:p>
            <a:pPr algn="r"/>
            <a:r>
              <a:rPr lang="en-US" dirty="0"/>
              <a:t>…</a:t>
            </a:r>
          </a:p>
          <a:p>
            <a:pPr algn="r"/>
            <a:endParaRPr lang="en-US" dirty="0"/>
          </a:p>
          <a:p>
            <a:pPr algn="r"/>
            <a:r>
              <a:rPr lang="en-US" dirty="0"/>
              <a:t>4</a:t>
            </a:r>
          </a:p>
          <a:p>
            <a:pPr algn="r"/>
            <a:r>
              <a:rPr lang="en-US" dirty="0"/>
              <a:t>3</a:t>
            </a:r>
          </a:p>
          <a:p>
            <a:pPr algn="r"/>
            <a:r>
              <a:rPr lang="en-US" dirty="0"/>
              <a:t>2</a:t>
            </a:r>
          </a:p>
          <a:p>
            <a:pPr algn="r"/>
            <a:r>
              <a:rPr lang="en-US" dirty="0"/>
              <a:t>1</a:t>
            </a:r>
          </a:p>
          <a:p>
            <a:pPr algn="r"/>
            <a:r>
              <a:rPr lang="en-US" dirty="0"/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A8D6BA-2CB3-9041-24AE-29F2ABEDD75A}"/>
              </a:ext>
            </a:extLst>
          </p:cNvPr>
          <p:cNvSpPr txBox="1"/>
          <p:nvPr/>
        </p:nvSpPr>
        <p:spPr>
          <a:xfrm>
            <a:off x="2462025" y="794844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Count Value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0EAA78-ADE2-8A73-82D4-59CA06E13A04}"/>
              </a:ext>
            </a:extLst>
          </p:cNvPr>
          <p:cNvSpPr txBox="1"/>
          <p:nvPr/>
        </p:nvSpPr>
        <p:spPr>
          <a:xfrm>
            <a:off x="10059800" y="6008796"/>
            <a:ext cx="1454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Clock Cycles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9B6C16-CD69-528F-6B05-5CC9EF43FD49}"/>
              </a:ext>
            </a:extLst>
          </p:cNvPr>
          <p:cNvSpPr txBox="1"/>
          <p:nvPr/>
        </p:nvSpPr>
        <p:spPr>
          <a:xfrm>
            <a:off x="3281175" y="6245606"/>
            <a:ext cx="677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sz="1200" dirty="0"/>
              <a:t>1      2      3        4           …              498  499 500  501          …           998   999   1000     0       1      2      3       4</a:t>
            </a:r>
            <a:endParaRPr lang="en-US" dirty="0"/>
          </a:p>
        </p:txBody>
      </p:sp>
      <p:sp>
        <p:nvSpPr>
          <p:cNvPr id="24" name="Arrow: Left 23">
            <a:extLst>
              <a:ext uri="{FF2B5EF4-FFF2-40B4-BE49-F238E27FC236}">
                <a16:creationId xmlns:a16="http://schemas.microsoft.com/office/drawing/2014/main" id="{15130D43-B6BC-D0E2-6710-856E4C6C02E0}"/>
              </a:ext>
            </a:extLst>
          </p:cNvPr>
          <p:cNvSpPr/>
          <p:nvPr/>
        </p:nvSpPr>
        <p:spPr>
          <a:xfrm>
            <a:off x="8558022" y="818514"/>
            <a:ext cx="2734813" cy="1241345"/>
          </a:xfrm>
          <a:prstGeom prst="leftArrow">
            <a:avLst>
              <a:gd name="adj1" fmla="val 84568"/>
              <a:gd name="adj2" fmla="val 50000"/>
            </a:avLst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ARR Value reached for counter; Count value resets and interrupt occurs!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D3817557-EA81-318B-0C6C-BF84A4C3EF4F}"/>
              </a:ext>
            </a:extLst>
          </p:cNvPr>
          <p:cNvCxnSpPr>
            <a:cxnSpLocks/>
          </p:cNvCxnSpPr>
          <p:nvPr/>
        </p:nvCxnSpPr>
        <p:spPr>
          <a:xfrm rot="10800000" flipV="1">
            <a:off x="7408672" y="2086912"/>
            <a:ext cx="571500" cy="322489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CD990780-F642-8774-338B-F438CDF48983}"/>
              </a:ext>
            </a:extLst>
          </p:cNvPr>
          <p:cNvCxnSpPr>
            <a:cxnSpLocks/>
          </p:cNvCxnSpPr>
          <p:nvPr/>
        </p:nvCxnSpPr>
        <p:spPr>
          <a:xfrm rot="10800000" flipV="1">
            <a:off x="7694423" y="1760665"/>
            <a:ext cx="571500" cy="322489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172DBAD5-D993-C4A8-6B9E-E023DF1F06D5}"/>
              </a:ext>
            </a:extLst>
          </p:cNvPr>
          <p:cNvCxnSpPr>
            <a:cxnSpLocks/>
          </p:cNvCxnSpPr>
          <p:nvPr/>
        </p:nvCxnSpPr>
        <p:spPr>
          <a:xfrm rot="10800000" flipV="1">
            <a:off x="7980173" y="1436297"/>
            <a:ext cx="571500" cy="322489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1BCE851-20AD-4E16-B684-FC334F6782FE}"/>
              </a:ext>
            </a:extLst>
          </p:cNvPr>
          <p:cNvSpPr txBox="1"/>
          <p:nvPr/>
        </p:nvSpPr>
        <p:spPr>
          <a:xfrm rot="19164111">
            <a:off x="6692863" y="2255511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/>
                </a:solidFill>
              </a:rPr>
              <a:t>…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AD3CF6D-2C78-3891-7099-78F4CB13C144}"/>
              </a:ext>
            </a:extLst>
          </p:cNvPr>
          <p:cNvCxnSpPr>
            <a:cxnSpLocks/>
          </p:cNvCxnSpPr>
          <p:nvPr/>
        </p:nvCxnSpPr>
        <p:spPr>
          <a:xfrm>
            <a:off x="6151372" y="3429000"/>
            <a:ext cx="0" cy="2756946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30C7725-BD14-F29B-8678-632E057222A7}"/>
              </a:ext>
            </a:extLst>
          </p:cNvPr>
          <p:cNvCxnSpPr>
            <a:cxnSpLocks/>
          </p:cNvCxnSpPr>
          <p:nvPr/>
        </p:nvCxnSpPr>
        <p:spPr>
          <a:xfrm flipH="1">
            <a:off x="3281175" y="3410129"/>
            <a:ext cx="2870197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Explosion: 14 Points 40">
            <a:extLst>
              <a:ext uri="{FF2B5EF4-FFF2-40B4-BE49-F238E27FC236}">
                <a16:creationId xmlns:a16="http://schemas.microsoft.com/office/drawing/2014/main" id="{C9A5D06B-2A41-7E85-F1D7-B12A622AFC0D}"/>
              </a:ext>
            </a:extLst>
          </p:cNvPr>
          <p:cNvSpPr/>
          <p:nvPr/>
        </p:nvSpPr>
        <p:spPr>
          <a:xfrm>
            <a:off x="3924263" y="894753"/>
            <a:ext cx="2971799" cy="1951907"/>
          </a:xfrm>
          <a:prstGeom prst="irregularSeal2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Count value == Compare Register Value, Interrupt occurs!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CF3048F-4A71-6A44-FE45-140D1A72F148}"/>
              </a:ext>
            </a:extLst>
          </p:cNvPr>
          <p:cNvSpPr txBox="1"/>
          <p:nvPr/>
        </p:nvSpPr>
        <p:spPr>
          <a:xfrm>
            <a:off x="2462024" y="243062"/>
            <a:ext cx="8657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Compare Register 1 Value (CCR1) = 500, Auto-Reload Register (ARR) Value = 1000</a:t>
            </a:r>
          </a:p>
        </p:txBody>
      </p:sp>
    </p:spTree>
    <p:extLst>
      <p:ext uri="{BB962C8B-B14F-4D97-AF65-F5344CB8AC3E}">
        <p14:creationId xmlns:p14="http://schemas.microsoft.com/office/powerpoint/2010/main" val="1076272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5766B-A8AF-0E9B-9692-DB036C5FA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2B44AB-C9B1-F901-EDA5-AACED8179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246" y="340179"/>
            <a:ext cx="6553816" cy="4713084"/>
          </a:xfrm>
          <a:prstGeom prst="rect">
            <a:avLst/>
          </a:prstGeom>
        </p:spPr>
      </p:pic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7D006721-67E8-41A7-07CC-F48AADB17A78}"/>
              </a:ext>
            </a:extLst>
          </p:cNvPr>
          <p:cNvCxnSpPr>
            <a:cxnSpLocks/>
          </p:cNvCxnSpPr>
          <p:nvPr/>
        </p:nvCxnSpPr>
        <p:spPr>
          <a:xfrm rot="10800000">
            <a:off x="3590223" y="5178392"/>
            <a:ext cx="3898232" cy="381913"/>
          </a:xfrm>
          <a:prstGeom prst="bentConnector3">
            <a:avLst>
              <a:gd name="adj1" fmla="val 45309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C2781D72-12CA-489C-82F0-E699F228A863}"/>
              </a:ext>
            </a:extLst>
          </p:cNvPr>
          <p:cNvCxnSpPr>
            <a:cxnSpLocks/>
          </p:cNvCxnSpPr>
          <p:nvPr/>
        </p:nvCxnSpPr>
        <p:spPr>
          <a:xfrm rot="10800000" flipV="1">
            <a:off x="7488455" y="5178390"/>
            <a:ext cx="1035286" cy="381916"/>
          </a:xfrm>
          <a:prstGeom prst="bentConnector3">
            <a:avLst>
              <a:gd name="adj1" fmla="val 100205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684F212-146B-7036-31AA-0E95FAA0645E}"/>
              </a:ext>
            </a:extLst>
          </p:cNvPr>
          <p:cNvSpPr txBox="1"/>
          <p:nvPr/>
        </p:nvSpPr>
        <p:spPr>
          <a:xfrm>
            <a:off x="2554936" y="5117541"/>
            <a:ext cx="1328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Voltage on GPIO Output:</a:t>
            </a:r>
          </a:p>
        </p:txBody>
      </p:sp>
    </p:spTree>
    <p:extLst>
      <p:ext uri="{BB962C8B-B14F-4D97-AF65-F5344CB8AC3E}">
        <p14:creationId xmlns:p14="http://schemas.microsoft.com/office/powerpoint/2010/main" val="3966801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85</Words>
  <Application>Microsoft Office PowerPoint</Application>
  <PresentationFormat>Widescreen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>UNC Charlotte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 Shue</dc:creator>
  <cp:lastModifiedBy>Sam Shue</cp:lastModifiedBy>
  <cp:revision>3</cp:revision>
  <dcterms:created xsi:type="dcterms:W3CDTF">2025-10-17T15:34:42Z</dcterms:created>
  <dcterms:modified xsi:type="dcterms:W3CDTF">2025-10-17T16:10:46Z</dcterms:modified>
</cp:coreProperties>
</file>