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>
        <p:scale>
          <a:sx n="100" d="100"/>
          <a:sy n="100" d="100"/>
        </p:scale>
        <p:origin x="192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7396-4F30-FD01-2314-6BBA353B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49EB4-29C8-7DE4-A968-9F84076FB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1E843-3A93-BE41-32AA-E61542D9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903EE-125E-4DE1-DDB3-A91DCB88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48B69-EB5A-045C-03E2-B63AC003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1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4A3F-D626-D1F0-BEF8-3C71D162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BC4A4-0731-8A8D-B61C-18191EB3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7AA82-28F6-A0A3-B95A-6B67D2BA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0A9A4-4BA2-149B-316D-F90FAFAA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AD96D-6C98-91E4-B51A-37FA4CB8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F5CF-3DF1-5335-9D1A-028C7921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CCB12-E21E-9056-A0E6-FF741305C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887C-AB78-9D05-F620-291AF034A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2FA4A-9939-67C9-8C70-9CE42947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C4DD-9506-9EAF-D40C-2EAC263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2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B83E-6010-D599-C388-B71DA107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0D45-54C3-3A7B-9D93-61EC3159B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C2882-B2E0-4724-6B17-CB39BFD7C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193AF-6CC7-4BCE-9DCA-0BEC9D9E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67B09-9233-A041-331F-6A00F973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DB265-D8FE-B7D9-E2BC-ACFBA451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5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AF06-1395-BA3B-3846-0C5D6AA6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210BA-A32B-B86E-7FD9-4B67E1F5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F98DA-A428-DE6D-7594-A1DEF7103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14966-D19E-E82D-6AEB-69FD9479E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3830B-6441-ED29-C873-F222D817D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BA4C01-7F79-A1CD-B7E6-872CF357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AF915-1F3C-B8D2-760A-C4C0526B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1C59D-0452-03FC-0D75-DE49D807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9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D7A8-32B3-C1E8-2B41-AFBA02EA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BEE77-1A14-872C-FFC1-DD68C60B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BBA29-3D80-C012-0FB7-22CCE795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3018D-5C14-01C2-FBF1-3A344E45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0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BEAC2-B232-A960-A3CA-7CF225D8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0A203-CF90-B3D2-2B5F-0756ACB2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49604-6927-17CD-FA46-4851AAF6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0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5319-B2D4-D0BD-68A7-BE342FA0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C9EC-BCC0-DDBF-63A0-F888FF1A6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C60F0-85FF-D859-B864-3828F63A4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630AD-AAAA-C379-95C4-422E00E3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9D974-7A6A-018D-8E53-52A84F86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48B31-F65B-BAC1-B850-13D319C5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8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D094-1893-F3E2-6BDD-075C4AA8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09121-9467-D78D-2294-C0BD7533E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BC0D2-6130-8E1D-84B5-6A4422CA8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528B8-CBBC-E670-6AC6-2BC35C5B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A042D-26EF-76F0-F01A-9E42D926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9C299-E8F3-C30A-6E74-D3584806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5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7600-24EB-9695-85FF-82B60895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4FB39-CBBB-0FB8-8500-625D4C2A8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7A91-CEFB-1DA5-A908-FE5E868B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6B155-1838-44DE-98CD-E723EF6C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33962-A43F-A3DE-B0A9-ECA2E09C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2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C3258-A4BD-5266-28E4-E5B2E3C58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F0987-1CF7-F6A6-F2DB-F6D751026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6FDF-7606-6AB8-5442-19B08D91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FAE18-9BA5-473F-A822-5815EB7E3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54217-D304-87DA-A1AD-83EDDEBC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FC9F0-603A-48E4-92AA-990B9AA3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0E868-7C19-A350-E0F2-3DF81B5B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66D71-36DC-D882-A795-380A66CAB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67C09-A6A5-4AD3-997E-CE24A6107CB1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1EEE2-6278-1797-CD87-5CEFC7100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B6C5-3825-3A6E-4EBB-211F7489C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E09E3-5EAA-4EB1-A03E-A24764843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7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A196E-BA32-F15F-FE7D-9E84A88E773A}"/>
              </a:ext>
            </a:extLst>
          </p:cNvPr>
          <p:cNvSpPr/>
          <p:nvPr/>
        </p:nvSpPr>
        <p:spPr>
          <a:xfrm>
            <a:off x="2166079" y="185352"/>
            <a:ext cx="7112832" cy="6567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C7AE6-C3B9-43C7-01D4-CDAE714902BD}"/>
              </a:ext>
            </a:extLst>
          </p:cNvPr>
          <p:cNvSpPr txBox="1"/>
          <p:nvPr/>
        </p:nvSpPr>
        <p:spPr>
          <a:xfrm rot="16200000">
            <a:off x="3891957" y="3002997"/>
            <a:ext cx="388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Port 0 Direction Register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179D9E-6463-F7CF-C747-F226269192EB}"/>
              </a:ext>
            </a:extLst>
          </p:cNvPr>
          <p:cNvGrpSpPr/>
          <p:nvPr/>
        </p:nvGrpSpPr>
        <p:grpSpPr>
          <a:xfrm>
            <a:off x="6394622" y="329790"/>
            <a:ext cx="1130643" cy="6243397"/>
            <a:chOff x="6394622" y="329790"/>
            <a:chExt cx="1130643" cy="62433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6243D1-B77A-4076-BDD2-069B856187C3}"/>
                </a:ext>
              </a:extLst>
            </p:cNvPr>
            <p:cNvSpPr/>
            <p:nvPr/>
          </p:nvSpPr>
          <p:spPr>
            <a:xfrm>
              <a:off x="6396209" y="329790"/>
              <a:ext cx="1129056" cy="6243397"/>
            </a:xfrm>
            <a:prstGeom prst="rect">
              <a:avLst/>
            </a:prstGeom>
            <a:noFill/>
            <a:ln w="571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07EB538-EC86-1DF0-8B2E-706EFB14E586}"/>
                </a:ext>
              </a:extLst>
            </p:cNvPr>
            <p:cNvCxnSpPr/>
            <p:nvPr/>
          </p:nvCxnSpPr>
          <p:spPr>
            <a:xfrm>
              <a:off x="6394622" y="1124473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BC729A-438B-4057-C8DF-57AF193F7D33}"/>
                </a:ext>
              </a:extLst>
            </p:cNvPr>
            <p:cNvCxnSpPr/>
            <p:nvPr/>
          </p:nvCxnSpPr>
          <p:spPr>
            <a:xfrm>
              <a:off x="6404683" y="1931782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525FA-64A4-933F-52DA-43B386485BEE}"/>
                </a:ext>
              </a:extLst>
            </p:cNvPr>
            <p:cNvCxnSpPr/>
            <p:nvPr/>
          </p:nvCxnSpPr>
          <p:spPr>
            <a:xfrm>
              <a:off x="6394622" y="2747327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0ABB24-3370-A29E-509D-0D678B492FB2}"/>
                </a:ext>
              </a:extLst>
            </p:cNvPr>
            <p:cNvCxnSpPr/>
            <p:nvPr/>
          </p:nvCxnSpPr>
          <p:spPr>
            <a:xfrm>
              <a:off x="6394622" y="3494911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20F74C-BAA2-E817-D738-7F5CF4C53717}"/>
                </a:ext>
              </a:extLst>
            </p:cNvPr>
            <p:cNvCxnSpPr/>
            <p:nvPr/>
          </p:nvCxnSpPr>
          <p:spPr>
            <a:xfrm>
              <a:off x="6404683" y="4302220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463306E-52C0-EAB6-32D1-5FB02B4741A7}"/>
                </a:ext>
              </a:extLst>
            </p:cNvPr>
            <p:cNvCxnSpPr/>
            <p:nvPr/>
          </p:nvCxnSpPr>
          <p:spPr>
            <a:xfrm>
              <a:off x="6394622" y="5117765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A6A139-DB50-4344-101A-1A8F4D21695D}"/>
                </a:ext>
              </a:extLst>
            </p:cNvPr>
            <p:cNvCxnSpPr/>
            <p:nvPr/>
          </p:nvCxnSpPr>
          <p:spPr>
            <a:xfrm>
              <a:off x="6394622" y="5863289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9E2BD-DF0B-97F1-3377-402D6C2A39CE}"/>
              </a:ext>
            </a:extLst>
          </p:cNvPr>
          <p:cNvGrpSpPr/>
          <p:nvPr/>
        </p:nvGrpSpPr>
        <p:grpSpPr>
          <a:xfrm>
            <a:off x="9307605" y="551682"/>
            <a:ext cx="1059525" cy="339808"/>
            <a:chOff x="9278911" y="435577"/>
            <a:chExt cx="1059525" cy="3398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B006998-6226-34FC-FE4C-98966EB95BA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856110-F5B5-7DAE-6421-8B8B5D9735D7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86714E-C972-5E24-C264-C6446DA17533}"/>
              </a:ext>
            </a:extLst>
          </p:cNvPr>
          <p:cNvGrpSpPr/>
          <p:nvPr/>
        </p:nvGrpSpPr>
        <p:grpSpPr>
          <a:xfrm>
            <a:off x="9307605" y="1380568"/>
            <a:ext cx="1059525" cy="339808"/>
            <a:chOff x="9278911" y="435577"/>
            <a:chExt cx="1059525" cy="3398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0D0160-4343-F42E-D04E-F41E102583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2BBC534-1B5A-24C9-530D-60126C7303B9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4ABA2E-A78A-09F4-8CCF-243500A3D50D}"/>
              </a:ext>
            </a:extLst>
          </p:cNvPr>
          <p:cNvGrpSpPr/>
          <p:nvPr/>
        </p:nvGrpSpPr>
        <p:grpSpPr>
          <a:xfrm>
            <a:off x="9310798" y="2150076"/>
            <a:ext cx="1059525" cy="339808"/>
            <a:chOff x="9278911" y="435577"/>
            <a:chExt cx="1059525" cy="33980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67A0F3C-648A-7326-D674-068CB072CEC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819C4C-B47A-F852-08AB-CDEE3057314D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C84EBB-0C7E-A20A-DBC8-759870AFC7C5}"/>
              </a:ext>
            </a:extLst>
          </p:cNvPr>
          <p:cNvGrpSpPr/>
          <p:nvPr/>
        </p:nvGrpSpPr>
        <p:grpSpPr>
          <a:xfrm>
            <a:off x="9307605" y="2963046"/>
            <a:ext cx="1059525" cy="339808"/>
            <a:chOff x="9278911" y="435577"/>
            <a:chExt cx="1059525" cy="33980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16ABB8A-FC77-806C-2213-5EDC6DFBAA2C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0CFA8F-42BC-CE20-6255-47936806B09B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FA820E-E328-B53D-F883-76ABF500CF83}"/>
              </a:ext>
            </a:extLst>
          </p:cNvPr>
          <p:cNvGrpSpPr/>
          <p:nvPr/>
        </p:nvGrpSpPr>
        <p:grpSpPr>
          <a:xfrm>
            <a:off x="9307605" y="3737359"/>
            <a:ext cx="1059525" cy="339808"/>
            <a:chOff x="9278911" y="435577"/>
            <a:chExt cx="1059525" cy="33980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8C4C247-84B1-8FF1-9EEB-EAC88F4CDF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317D89-0553-F6A5-1E27-89BF0C492483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1AF4EB-6B05-00CC-5154-8274DC874E9B}"/>
              </a:ext>
            </a:extLst>
          </p:cNvPr>
          <p:cNvGrpSpPr/>
          <p:nvPr/>
        </p:nvGrpSpPr>
        <p:grpSpPr>
          <a:xfrm>
            <a:off x="9310798" y="4552441"/>
            <a:ext cx="1059525" cy="339808"/>
            <a:chOff x="9278911" y="435577"/>
            <a:chExt cx="1059525" cy="33980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99CE1B-C379-EAAB-8910-ECBAC735DAF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6C4BB5-F390-605E-2C86-BB60931D163A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5B613C-A139-56D6-6279-89B40F43392A}"/>
              </a:ext>
            </a:extLst>
          </p:cNvPr>
          <p:cNvGrpSpPr/>
          <p:nvPr/>
        </p:nvGrpSpPr>
        <p:grpSpPr>
          <a:xfrm>
            <a:off x="9310798" y="5219659"/>
            <a:ext cx="1059525" cy="339808"/>
            <a:chOff x="9278911" y="435577"/>
            <a:chExt cx="1059525" cy="33980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6FAAFA-2EE5-3D53-53A5-E99D7D35A168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5EB76A-7F2B-D95A-9800-99F89D7AE964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720225-FA7F-6BC6-7CE3-FB44CAFFAF56}"/>
              </a:ext>
            </a:extLst>
          </p:cNvPr>
          <p:cNvGrpSpPr/>
          <p:nvPr/>
        </p:nvGrpSpPr>
        <p:grpSpPr>
          <a:xfrm>
            <a:off x="9306231" y="6048122"/>
            <a:ext cx="1059525" cy="339808"/>
            <a:chOff x="9278911" y="435577"/>
            <a:chExt cx="1059525" cy="33980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082EA00-1290-DF4C-29CE-BDB0DA66A9A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6E1249A-8D0A-4A9C-335A-C2B3B1674CD5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DACFBDA-29B0-3560-5AE9-BC4B9ABC0245}"/>
              </a:ext>
            </a:extLst>
          </p:cNvPr>
          <p:cNvSpPr txBox="1"/>
          <p:nvPr/>
        </p:nvSpPr>
        <p:spPr>
          <a:xfrm>
            <a:off x="6734432" y="3740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9FB28-37C5-7B04-8A99-BFD551B6586E}"/>
              </a:ext>
            </a:extLst>
          </p:cNvPr>
          <p:cNvSpPr txBox="1"/>
          <p:nvPr/>
        </p:nvSpPr>
        <p:spPr>
          <a:xfrm>
            <a:off x="10486525" y="40103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P1.0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814168-353D-B425-E161-9E195DA9B8B3}"/>
              </a:ext>
            </a:extLst>
          </p:cNvPr>
          <p:cNvSpPr txBox="1"/>
          <p:nvPr/>
        </p:nvSpPr>
        <p:spPr>
          <a:xfrm>
            <a:off x="6734431" y="1149763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D0D4F0-643D-FBF4-8454-4BE79EC6BB64}"/>
              </a:ext>
            </a:extLst>
          </p:cNvPr>
          <p:cNvSpPr txBox="1"/>
          <p:nvPr/>
        </p:nvSpPr>
        <p:spPr>
          <a:xfrm>
            <a:off x="6734431" y="1976066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3215F4-DC75-9BBE-2247-51111C2FB92B}"/>
              </a:ext>
            </a:extLst>
          </p:cNvPr>
          <p:cNvSpPr txBox="1"/>
          <p:nvPr/>
        </p:nvSpPr>
        <p:spPr>
          <a:xfrm>
            <a:off x="6734431" y="27833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E825C9-5BAC-24DD-1BE5-3B6D5E1CD3ED}"/>
              </a:ext>
            </a:extLst>
          </p:cNvPr>
          <p:cNvSpPr txBox="1"/>
          <p:nvPr/>
        </p:nvSpPr>
        <p:spPr>
          <a:xfrm>
            <a:off x="6734430" y="3522115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84B11D-1357-616C-0865-DF98BE116C50}"/>
              </a:ext>
            </a:extLst>
          </p:cNvPr>
          <p:cNvSpPr txBox="1"/>
          <p:nvPr/>
        </p:nvSpPr>
        <p:spPr>
          <a:xfrm>
            <a:off x="6734429" y="4320897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1961F5-BE5D-230C-ECAD-C300F3DF7FD7}"/>
              </a:ext>
            </a:extLst>
          </p:cNvPr>
          <p:cNvSpPr txBox="1"/>
          <p:nvPr/>
        </p:nvSpPr>
        <p:spPr>
          <a:xfrm>
            <a:off x="6734428" y="5134530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EA47DD-9433-F347-8608-E5F091BE7DE9}"/>
              </a:ext>
            </a:extLst>
          </p:cNvPr>
          <p:cNvSpPr txBox="1"/>
          <p:nvPr/>
        </p:nvSpPr>
        <p:spPr>
          <a:xfrm>
            <a:off x="6734427" y="5829241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EFCFEA-8C48-DBB3-F18D-2B44BC66A41D}"/>
              </a:ext>
            </a:extLst>
          </p:cNvPr>
          <p:cNvSpPr txBox="1"/>
          <p:nvPr/>
        </p:nvSpPr>
        <p:spPr>
          <a:xfrm>
            <a:off x="10486527" y="115851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P1.1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2254BA-3BE2-39C5-738C-19972098CD29}"/>
              </a:ext>
            </a:extLst>
          </p:cNvPr>
          <p:cNvSpPr txBox="1"/>
          <p:nvPr/>
        </p:nvSpPr>
        <p:spPr>
          <a:xfrm>
            <a:off x="10486523" y="1960568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P1.2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D36DA4-6516-75FB-9127-EFCF16775699}"/>
              </a:ext>
            </a:extLst>
          </p:cNvPr>
          <p:cNvSpPr txBox="1"/>
          <p:nvPr/>
        </p:nvSpPr>
        <p:spPr>
          <a:xfrm>
            <a:off x="10486523" y="274650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P1.3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A6D69-C19D-AD1C-45FD-2F1DE9A95EFC}"/>
              </a:ext>
            </a:extLst>
          </p:cNvPr>
          <p:cNvSpPr txBox="1"/>
          <p:nvPr/>
        </p:nvSpPr>
        <p:spPr>
          <a:xfrm>
            <a:off x="10486525" y="3510585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7EDC3-5913-2BAB-C9F6-CB7E44BAF7EB}"/>
              </a:ext>
            </a:extLst>
          </p:cNvPr>
          <p:cNvSpPr txBox="1"/>
          <p:nvPr/>
        </p:nvSpPr>
        <p:spPr>
          <a:xfrm>
            <a:off x="10486524" y="435061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P1.5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92B7F4-31D1-29DB-9D7E-B2BF7D4D077F}"/>
              </a:ext>
            </a:extLst>
          </p:cNvPr>
          <p:cNvSpPr txBox="1"/>
          <p:nvPr/>
        </p:nvSpPr>
        <p:spPr>
          <a:xfrm>
            <a:off x="10486522" y="503484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P1.6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2A7DA2-170E-1DF8-7F6E-F00B5DF5096B}"/>
              </a:ext>
            </a:extLst>
          </p:cNvPr>
          <p:cNvSpPr txBox="1"/>
          <p:nvPr/>
        </p:nvSpPr>
        <p:spPr>
          <a:xfrm>
            <a:off x="10486521" y="5838273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P1.7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83AC03-3E4A-6DBE-F215-A33EECB759C0}"/>
              </a:ext>
            </a:extLst>
          </p:cNvPr>
          <p:cNvCxnSpPr>
            <a:cxnSpLocks/>
          </p:cNvCxnSpPr>
          <p:nvPr/>
        </p:nvCxnSpPr>
        <p:spPr>
          <a:xfrm>
            <a:off x="7568514" y="728017"/>
            <a:ext cx="1691863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031BE3-0AC0-39AB-E540-54C50302B1D7}"/>
              </a:ext>
            </a:extLst>
          </p:cNvPr>
          <p:cNvCxnSpPr>
            <a:cxnSpLocks/>
          </p:cNvCxnSpPr>
          <p:nvPr/>
        </p:nvCxnSpPr>
        <p:spPr>
          <a:xfrm>
            <a:off x="7560140" y="1544292"/>
            <a:ext cx="170023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94F204-82E9-445E-1A62-20E30FCF137B}"/>
              </a:ext>
            </a:extLst>
          </p:cNvPr>
          <p:cNvCxnSpPr>
            <a:cxnSpLocks/>
          </p:cNvCxnSpPr>
          <p:nvPr/>
        </p:nvCxnSpPr>
        <p:spPr>
          <a:xfrm>
            <a:off x="7568514" y="2331037"/>
            <a:ext cx="1691863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E1D024-6418-F24E-3E8A-EBF14FE5A7AB}"/>
              </a:ext>
            </a:extLst>
          </p:cNvPr>
          <p:cNvCxnSpPr>
            <a:cxnSpLocks/>
          </p:cNvCxnSpPr>
          <p:nvPr/>
        </p:nvCxnSpPr>
        <p:spPr>
          <a:xfrm>
            <a:off x="7560140" y="3147312"/>
            <a:ext cx="163328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0B36927-49F3-1B24-6EC1-E56BF0B8A14E}"/>
              </a:ext>
            </a:extLst>
          </p:cNvPr>
          <p:cNvCxnSpPr>
            <a:cxnSpLocks/>
          </p:cNvCxnSpPr>
          <p:nvPr/>
        </p:nvCxnSpPr>
        <p:spPr>
          <a:xfrm>
            <a:off x="7558354" y="3902269"/>
            <a:ext cx="171039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79C895A-0F76-6B2F-9ABA-92B1C4A20C48}"/>
              </a:ext>
            </a:extLst>
          </p:cNvPr>
          <p:cNvCxnSpPr>
            <a:cxnSpLocks/>
          </p:cNvCxnSpPr>
          <p:nvPr/>
        </p:nvCxnSpPr>
        <p:spPr>
          <a:xfrm>
            <a:off x="7549980" y="4718544"/>
            <a:ext cx="171039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A3F6BBB-88D1-10B4-4E6A-A13B963F6292}"/>
              </a:ext>
            </a:extLst>
          </p:cNvPr>
          <p:cNvCxnSpPr>
            <a:cxnSpLocks/>
          </p:cNvCxnSpPr>
          <p:nvPr/>
        </p:nvCxnSpPr>
        <p:spPr>
          <a:xfrm>
            <a:off x="7570710" y="5404133"/>
            <a:ext cx="171039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53E6C6-69AC-1AB5-2817-479F5D5514B2}"/>
              </a:ext>
            </a:extLst>
          </p:cNvPr>
          <p:cNvCxnSpPr>
            <a:cxnSpLocks/>
          </p:cNvCxnSpPr>
          <p:nvPr/>
        </p:nvCxnSpPr>
        <p:spPr>
          <a:xfrm>
            <a:off x="7562336" y="6220408"/>
            <a:ext cx="1710397" cy="0"/>
          </a:xfrm>
          <a:prstGeom prst="line">
            <a:avLst/>
          </a:prstGeom>
          <a:ln w="762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CD0EC81-25AC-60C6-6E93-9A92A6B19777}"/>
              </a:ext>
            </a:extLst>
          </p:cNvPr>
          <p:cNvCxnSpPr/>
          <p:nvPr/>
        </p:nvCxnSpPr>
        <p:spPr>
          <a:xfrm flipH="1">
            <a:off x="9333044" y="721586"/>
            <a:ext cx="1009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A99139D-594F-FC61-4EBF-8B68E5A6E517}"/>
              </a:ext>
            </a:extLst>
          </p:cNvPr>
          <p:cNvCxnSpPr/>
          <p:nvPr/>
        </p:nvCxnSpPr>
        <p:spPr>
          <a:xfrm flipH="1">
            <a:off x="9333044" y="2330009"/>
            <a:ext cx="1009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EB75B65-958B-5780-7C88-D064F201B48F}"/>
              </a:ext>
            </a:extLst>
          </p:cNvPr>
          <p:cNvCxnSpPr/>
          <p:nvPr/>
        </p:nvCxnSpPr>
        <p:spPr>
          <a:xfrm flipH="1">
            <a:off x="9333044" y="4720156"/>
            <a:ext cx="1009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E76F47C-3DA8-5494-EBE6-26176BCFE81E}"/>
              </a:ext>
            </a:extLst>
          </p:cNvPr>
          <p:cNvCxnSpPr/>
          <p:nvPr/>
        </p:nvCxnSpPr>
        <p:spPr>
          <a:xfrm flipH="1">
            <a:off x="9333044" y="5388784"/>
            <a:ext cx="1009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51D92BC-53C4-9333-F42F-1EE62311E600}"/>
              </a:ext>
            </a:extLst>
          </p:cNvPr>
          <p:cNvCxnSpPr/>
          <p:nvPr/>
        </p:nvCxnSpPr>
        <p:spPr>
          <a:xfrm flipH="1">
            <a:off x="9307605" y="6218026"/>
            <a:ext cx="1009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D8A12C2-0681-0942-A36D-A2F84581F321}"/>
              </a:ext>
            </a:extLst>
          </p:cNvPr>
          <p:cNvCxnSpPr>
            <a:cxnSpLocks/>
          </p:cNvCxnSpPr>
          <p:nvPr/>
        </p:nvCxnSpPr>
        <p:spPr>
          <a:xfrm>
            <a:off x="9392122" y="3902269"/>
            <a:ext cx="9505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014F45C-3A56-3634-1162-38A7707A36E7}"/>
              </a:ext>
            </a:extLst>
          </p:cNvPr>
          <p:cNvCxnSpPr>
            <a:cxnSpLocks/>
          </p:cNvCxnSpPr>
          <p:nvPr/>
        </p:nvCxnSpPr>
        <p:spPr>
          <a:xfrm>
            <a:off x="9416558" y="3137913"/>
            <a:ext cx="9505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E5E0544-DE89-BBD9-B2B5-FA7E0F986FEB}"/>
              </a:ext>
            </a:extLst>
          </p:cNvPr>
          <p:cNvCxnSpPr>
            <a:cxnSpLocks/>
          </p:cNvCxnSpPr>
          <p:nvPr/>
        </p:nvCxnSpPr>
        <p:spPr>
          <a:xfrm>
            <a:off x="9416558" y="1541243"/>
            <a:ext cx="9505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88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A196E-BA32-F15F-FE7D-9E84A88E773A}"/>
              </a:ext>
            </a:extLst>
          </p:cNvPr>
          <p:cNvSpPr/>
          <p:nvPr/>
        </p:nvSpPr>
        <p:spPr>
          <a:xfrm>
            <a:off x="2166079" y="185352"/>
            <a:ext cx="7112832" cy="6567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C7AE6-C3B9-43C7-01D4-CDAE714902BD}"/>
              </a:ext>
            </a:extLst>
          </p:cNvPr>
          <p:cNvSpPr txBox="1"/>
          <p:nvPr/>
        </p:nvSpPr>
        <p:spPr>
          <a:xfrm rot="16200000">
            <a:off x="3891957" y="3002997"/>
            <a:ext cx="388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Port 0 Direction Register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179D9E-6463-F7CF-C747-F226269192EB}"/>
              </a:ext>
            </a:extLst>
          </p:cNvPr>
          <p:cNvGrpSpPr/>
          <p:nvPr/>
        </p:nvGrpSpPr>
        <p:grpSpPr>
          <a:xfrm>
            <a:off x="6394622" y="329790"/>
            <a:ext cx="1130643" cy="6243397"/>
            <a:chOff x="6394622" y="329790"/>
            <a:chExt cx="1130643" cy="62433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6243D1-B77A-4076-BDD2-069B856187C3}"/>
                </a:ext>
              </a:extLst>
            </p:cNvPr>
            <p:cNvSpPr/>
            <p:nvPr/>
          </p:nvSpPr>
          <p:spPr>
            <a:xfrm>
              <a:off x="6396209" y="329790"/>
              <a:ext cx="1129056" cy="6243397"/>
            </a:xfrm>
            <a:prstGeom prst="rect">
              <a:avLst/>
            </a:prstGeom>
            <a:noFill/>
            <a:ln w="571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07EB538-EC86-1DF0-8B2E-706EFB14E586}"/>
                </a:ext>
              </a:extLst>
            </p:cNvPr>
            <p:cNvCxnSpPr/>
            <p:nvPr/>
          </p:nvCxnSpPr>
          <p:spPr>
            <a:xfrm>
              <a:off x="6394622" y="1124473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BC729A-438B-4057-C8DF-57AF193F7D33}"/>
                </a:ext>
              </a:extLst>
            </p:cNvPr>
            <p:cNvCxnSpPr/>
            <p:nvPr/>
          </p:nvCxnSpPr>
          <p:spPr>
            <a:xfrm>
              <a:off x="6404683" y="1931782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525FA-64A4-933F-52DA-43B386485BEE}"/>
                </a:ext>
              </a:extLst>
            </p:cNvPr>
            <p:cNvCxnSpPr/>
            <p:nvPr/>
          </p:nvCxnSpPr>
          <p:spPr>
            <a:xfrm>
              <a:off x="6394622" y="2747327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0ABB24-3370-A29E-509D-0D678B492FB2}"/>
                </a:ext>
              </a:extLst>
            </p:cNvPr>
            <p:cNvCxnSpPr/>
            <p:nvPr/>
          </p:nvCxnSpPr>
          <p:spPr>
            <a:xfrm>
              <a:off x="6394622" y="3494911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20F74C-BAA2-E817-D738-7F5CF4C53717}"/>
                </a:ext>
              </a:extLst>
            </p:cNvPr>
            <p:cNvCxnSpPr/>
            <p:nvPr/>
          </p:nvCxnSpPr>
          <p:spPr>
            <a:xfrm>
              <a:off x="6404683" y="4302220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463306E-52C0-EAB6-32D1-5FB02B4741A7}"/>
                </a:ext>
              </a:extLst>
            </p:cNvPr>
            <p:cNvCxnSpPr/>
            <p:nvPr/>
          </p:nvCxnSpPr>
          <p:spPr>
            <a:xfrm>
              <a:off x="6394622" y="5117765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A6A139-DB50-4344-101A-1A8F4D21695D}"/>
                </a:ext>
              </a:extLst>
            </p:cNvPr>
            <p:cNvCxnSpPr/>
            <p:nvPr/>
          </p:nvCxnSpPr>
          <p:spPr>
            <a:xfrm>
              <a:off x="6394622" y="5863289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9E2BD-DF0B-97F1-3377-402D6C2A39CE}"/>
              </a:ext>
            </a:extLst>
          </p:cNvPr>
          <p:cNvGrpSpPr/>
          <p:nvPr/>
        </p:nvGrpSpPr>
        <p:grpSpPr>
          <a:xfrm>
            <a:off x="9307605" y="551682"/>
            <a:ext cx="1059525" cy="339808"/>
            <a:chOff x="9278911" y="435577"/>
            <a:chExt cx="1059525" cy="3398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B006998-6226-34FC-FE4C-98966EB95BA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856110-F5B5-7DAE-6421-8B8B5D9735D7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86714E-C972-5E24-C264-C6446DA17533}"/>
              </a:ext>
            </a:extLst>
          </p:cNvPr>
          <p:cNvGrpSpPr/>
          <p:nvPr/>
        </p:nvGrpSpPr>
        <p:grpSpPr>
          <a:xfrm>
            <a:off x="9307605" y="1380568"/>
            <a:ext cx="1059525" cy="339808"/>
            <a:chOff x="9278911" y="435577"/>
            <a:chExt cx="1059525" cy="3398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0D0160-4343-F42E-D04E-F41E102583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2BBC534-1B5A-24C9-530D-60126C7303B9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4ABA2E-A78A-09F4-8CCF-243500A3D50D}"/>
              </a:ext>
            </a:extLst>
          </p:cNvPr>
          <p:cNvGrpSpPr/>
          <p:nvPr/>
        </p:nvGrpSpPr>
        <p:grpSpPr>
          <a:xfrm>
            <a:off x="9310798" y="2150076"/>
            <a:ext cx="1059525" cy="339808"/>
            <a:chOff x="9278911" y="435577"/>
            <a:chExt cx="1059525" cy="33980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67A0F3C-648A-7326-D674-068CB072CEC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819C4C-B47A-F852-08AB-CDEE3057314D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C84EBB-0C7E-A20A-DBC8-759870AFC7C5}"/>
              </a:ext>
            </a:extLst>
          </p:cNvPr>
          <p:cNvGrpSpPr/>
          <p:nvPr/>
        </p:nvGrpSpPr>
        <p:grpSpPr>
          <a:xfrm>
            <a:off x="9307605" y="2963046"/>
            <a:ext cx="1059525" cy="339808"/>
            <a:chOff x="9278911" y="435577"/>
            <a:chExt cx="1059525" cy="33980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16ABB8A-FC77-806C-2213-5EDC6DFBAA2C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0CFA8F-42BC-CE20-6255-47936806B09B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FA820E-E328-B53D-F883-76ABF500CF83}"/>
              </a:ext>
            </a:extLst>
          </p:cNvPr>
          <p:cNvGrpSpPr/>
          <p:nvPr/>
        </p:nvGrpSpPr>
        <p:grpSpPr>
          <a:xfrm>
            <a:off x="9307605" y="3737359"/>
            <a:ext cx="1059525" cy="339808"/>
            <a:chOff x="9278911" y="435577"/>
            <a:chExt cx="1059525" cy="33980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8C4C247-84B1-8FF1-9EEB-EAC88F4CDF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317D89-0553-F6A5-1E27-89BF0C492483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1AF4EB-6B05-00CC-5154-8274DC874E9B}"/>
              </a:ext>
            </a:extLst>
          </p:cNvPr>
          <p:cNvGrpSpPr/>
          <p:nvPr/>
        </p:nvGrpSpPr>
        <p:grpSpPr>
          <a:xfrm>
            <a:off x="9310798" y="4552441"/>
            <a:ext cx="1059525" cy="339808"/>
            <a:chOff x="9278911" y="435577"/>
            <a:chExt cx="1059525" cy="33980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99CE1B-C379-EAAB-8910-ECBAC735DAF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6C4BB5-F390-605E-2C86-BB60931D163A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5B613C-A139-56D6-6279-89B40F43392A}"/>
              </a:ext>
            </a:extLst>
          </p:cNvPr>
          <p:cNvGrpSpPr/>
          <p:nvPr/>
        </p:nvGrpSpPr>
        <p:grpSpPr>
          <a:xfrm>
            <a:off x="9310798" y="5219659"/>
            <a:ext cx="1059525" cy="339808"/>
            <a:chOff x="9278911" y="435577"/>
            <a:chExt cx="1059525" cy="33980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6FAAFA-2EE5-3D53-53A5-E99D7D35A168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5EB76A-7F2B-D95A-9800-99F89D7AE964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720225-FA7F-6BC6-7CE3-FB44CAFFAF56}"/>
              </a:ext>
            </a:extLst>
          </p:cNvPr>
          <p:cNvGrpSpPr/>
          <p:nvPr/>
        </p:nvGrpSpPr>
        <p:grpSpPr>
          <a:xfrm>
            <a:off x="9312581" y="6048122"/>
            <a:ext cx="1059525" cy="339808"/>
            <a:chOff x="9278911" y="435577"/>
            <a:chExt cx="1059525" cy="33980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082EA00-1290-DF4C-29CE-BDB0DA66A9A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6E1249A-8D0A-4A9C-335A-C2B3B1674CD5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DACFBDA-29B0-3560-5AE9-BC4B9ABC0245}"/>
              </a:ext>
            </a:extLst>
          </p:cNvPr>
          <p:cNvSpPr txBox="1"/>
          <p:nvPr/>
        </p:nvSpPr>
        <p:spPr>
          <a:xfrm>
            <a:off x="6734432" y="3740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9FB28-37C5-7B04-8A99-BFD551B6586E}"/>
              </a:ext>
            </a:extLst>
          </p:cNvPr>
          <p:cNvSpPr txBox="1"/>
          <p:nvPr/>
        </p:nvSpPr>
        <p:spPr>
          <a:xfrm>
            <a:off x="10486525" y="40103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P1.0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814168-353D-B425-E161-9E195DA9B8B3}"/>
              </a:ext>
            </a:extLst>
          </p:cNvPr>
          <p:cNvSpPr txBox="1"/>
          <p:nvPr/>
        </p:nvSpPr>
        <p:spPr>
          <a:xfrm>
            <a:off x="6734431" y="1149763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D0D4F0-643D-FBF4-8454-4BE79EC6BB64}"/>
              </a:ext>
            </a:extLst>
          </p:cNvPr>
          <p:cNvSpPr txBox="1"/>
          <p:nvPr/>
        </p:nvSpPr>
        <p:spPr>
          <a:xfrm>
            <a:off x="6734431" y="1976066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3215F4-DC75-9BBE-2247-51111C2FB92B}"/>
              </a:ext>
            </a:extLst>
          </p:cNvPr>
          <p:cNvSpPr txBox="1"/>
          <p:nvPr/>
        </p:nvSpPr>
        <p:spPr>
          <a:xfrm>
            <a:off x="6734431" y="27833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E825C9-5BAC-24DD-1BE5-3B6D5E1CD3ED}"/>
              </a:ext>
            </a:extLst>
          </p:cNvPr>
          <p:cNvSpPr txBox="1"/>
          <p:nvPr/>
        </p:nvSpPr>
        <p:spPr>
          <a:xfrm>
            <a:off x="6734430" y="3522115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84B11D-1357-616C-0865-DF98BE116C50}"/>
              </a:ext>
            </a:extLst>
          </p:cNvPr>
          <p:cNvSpPr txBox="1"/>
          <p:nvPr/>
        </p:nvSpPr>
        <p:spPr>
          <a:xfrm>
            <a:off x="6734429" y="4320897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1961F5-BE5D-230C-ECAD-C300F3DF7FD7}"/>
              </a:ext>
            </a:extLst>
          </p:cNvPr>
          <p:cNvSpPr txBox="1"/>
          <p:nvPr/>
        </p:nvSpPr>
        <p:spPr>
          <a:xfrm>
            <a:off x="6734428" y="5134530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EA47DD-9433-F347-8608-E5F091BE7DE9}"/>
              </a:ext>
            </a:extLst>
          </p:cNvPr>
          <p:cNvSpPr txBox="1"/>
          <p:nvPr/>
        </p:nvSpPr>
        <p:spPr>
          <a:xfrm>
            <a:off x="6734427" y="5829241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EFCFEA-8C48-DBB3-F18D-2B44BC66A41D}"/>
              </a:ext>
            </a:extLst>
          </p:cNvPr>
          <p:cNvSpPr txBox="1"/>
          <p:nvPr/>
        </p:nvSpPr>
        <p:spPr>
          <a:xfrm>
            <a:off x="10486527" y="106961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P1.1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2254BA-3BE2-39C5-738C-19972098CD29}"/>
              </a:ext>
            </a:extLst>
          </p:cNvPr>
          <p:cNvSpPr txBox="1"/>
          <p:nvPr/>
        </p:nvSpPr>
        <p:spPr>
          <a:xfrm>
            <a:off x="10486525" y="1915018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P1.2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D36DA4-6516-75FB-9127-EFCF16775699}"/>
              </a:ext>
            </a:extLst>
          </p:cNvPr>
          <p:cNvSpPr txBox="1"/>
          <p:nvPr/>
        </p:nvSpPr>
        <p:spPr>
          <a:xfrm>
            <a:off x="10486524" y="2747202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P1.3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A6D69-C19D-AD1C-45FD-2F1DE9A95EFC}"/>
              </a:ext>
            </a:extLst>
          </p:cNvPr>
          <p:cNvSpPr txBox="1"/>
          <p:nvPr/>
        </p:nvSpPr>
        <p:spPr>
          <a:xfrm>
            <a:off x="10486525" y="3510585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7EDC3-5913-2BAB-C9F6-CB7E44BAF7EB}"/>
              </a:ext>
            </a:extLst>
          </p:cNvPr>
          <p:cNvSpPr txBox="1"/>
          <p:nvPr/>
        </p:nvSpPr>
        <p:spPr>
          <a:xfrm>
            <a:off x="10486524" y="435061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P1.5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92B7F4-31D1-29DB-9D7E-B2BF7D4D077F}"/>
              </a:ext>
            </a:extLst>
          </p:cNvPr>
          <p:cNvSpPr txBox="1"/>
          <p:nvPr/>
        </p:nvSpPr>
        <p:spPr>
          <a:xfrm>
            <a:off x="10540073" y="5038753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P1.6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2A7DA2-170E-1DF8-7F6E-F00B5DF5096B}"/>
              </a:ext>
            </a:extLst>
          </p:cNvPr>
          <p:cNvSpPr txBox="1"/>
          <p:nvPr/>
        </p:nvSpPr>
        <p:spPr>
          <a:xfrm>
            <a:off x="10538486" y="579610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P1.7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83AC03-3E4A-6DBE-F215-A33EECB759C0}"/>
              </a:ext>
            </a:extLst>
          </p:cNvPr>
          <p:cNvCxnSpPr>
            <a:cxnSpLocks/>
          </p:cNvCxnSpPr>
          <p:nvPr/>
        </p:nvCxnSpPr>
        <p:spPr>
          <a:xfrm>
            <a:off x="7568514" y="728017"/>
            <a:ext cx="169186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031BE3-0AC0-39AB-E540-54C50302B1D7}"/>
              </a:ext>
            </a:extLst>
          </p:cNvPr>
          <p:cNvCxnSpPr>
            <a:cxnSpLocks/>
          </p:cNvCxnSpPr>
          <p:nvPr/>
        </p:nvCxnSpPr>
        <p:spPr>
          <a:xfrm>
            <a:off x="7560140" y="1544292"/>
            <a:ext cx="170023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94F204-82E9-445E-1A62-20E30FCF137B}"/>
              </a:ext>
            </a:extLst>
          </p:cNvPr>
          <p:cNvCxnSpPr>
            <a:cxnSpLocks/>
          </p:cNvCxnSpPr>
          <p:nvPr/>
        </p:nvCxnSpPr>
        <p:spPr>
          <a:xfrm>
            <a:off x="7568514" y="2331037"/>
            <a:ext cx="169186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E1D024-6418-F24E-3E8A-EBF14FE5A7AB}"/>
              </a:ext>
            </a:extLst>
          </p:cNvPr>
          <p:cNvCxnSpPr>
            <a:cxnSpLocks/>
          </p:cNvCxnSpPr>
          <p:nvPr/>
        </p:nvCxnSpPr>
        <p:spPr>
          <a:xfrm>
            <a:off x="7560140" y="3147312"/>
            <a:ext cx="163328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0B36927-49F3-1B24-6EC1-E56BF0B8A14E}"/>
              </a:ext>
            </a:extLst>
          </p:cNvPr>
          <p:cNvCxnSpPr>
            <a:cxnSpLocks/>
          </p:cNvCxnSpPr>
          <p:nvPr/>
        </p:nvCxnSpPr>
        <p:spPr>
          <a:xfrm>
            <a:off x="7558354" y="3902269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79C895A-0F76-6B2F-9ABA-92B1C4A20C48}"/>
              </a:ext>
            </a:extLst>
          </p:cNvPr>
          <p:cNvCxnSpPr>
            <a:cxnSpLocks/>
          </p:cNvCxnSpPr>
          <p:nvPr/>
        </p:nvCxnSpPr>
        <p:spPr>
          <a:xfrm>
            <a:off x="7549980" y="4718544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A3F6BBB-88D1-10B4-4E6A-A13B963F6292}"/>
              </a:ext>
            </a:extLst>
          </p:cNvPr>
          <p:cNvCxnSpPr>
            <a:cxnSpLocks/>
          </p:cNvCxnSpPr>
          <p:nvPr/>
        </p:nvCxnSpPr>
        <p:spPr>
          <a:xfrm>
            <a:off x="7570710" y="5404133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53E6C6-69AC-1AB5-2817-479F5D5514B2}"/>
              </a:ext>
            </a:extLst>
          </p:cNvPr>
          <p:cNvCxnSpPr>
            <a:cxnSpLocks/>
          </p:cNvCxnSpPr>
          <p:nvPr/>
        </p:nvCxnSpPr>
        <p:spPr>
          <a:xfrm>
            <a:off x="7562336" y="6220408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05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A196E-BA32-F15F-FE7D-9E84A88E773A}"/>
              </a:ext>
            </a:extLst>
          </p:cNvPr>
          <p:cNvSpPr/>
          <p:nvPr/>
        </p:nvSpPr>
        <p:spPr>
          <a:xfrm>
            <a:off x="2166079" y="185352"/>
            <a:ext cx="7112832" cy="6567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9C7AE6-C3B9-43C7-01D4-CDAE714902BD}"/>
              </a:ext>
            </a:extLst>
          </p:cNvPr>
          <p:cNvSpPr txBox="1"/>
          <p:nvPr/>
        </p:nvSpPr>
        <p:spPr>
          <a:xfrm rot="16200000">
            <a:off x="3891957" y="3002997"/>
            <a:ext cx="3884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Port 0 Direction Register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179D9E-6463-F7CF-C747-F226269192EB}"/>
              </a:ext>
            </a:extLst>
          </p:cNvPr>
          <p:cNvGrpSpPr/>
          <p:nvPr/>
        </p:nvGrpSpPr>
        <p:grpSpPr>
          <a:xfrm>
            <a:off x="6394622" y="329790"/>
            <a:ext cx="1130643" cy="6243397"/>
            <a:chOff x="6394622" y="329790"/>
            <a:chExt cx="1130643" cy="62433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6243D1-B77A-4076-BDD2-069B856187C3}"/>
                </a:ext>
              </a:extLst>
            </p:cNvPr>
            <p:cNvSpPr/>
            <p:nvPr/>
          </p:nvSpPr>
          <p:spPr>
            <a:xfrm>
              <a:off x="6396209" y="329790"/>
              <a:ext cx="1129056" cy="6243397"/>
            </a:xfrm>
            <a:prstGeom prst="rect">
              <a:avLst/>
            </a:prstGeom>
            <a:noFill/>
            <a:ln w="571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07EB538-EC86-1DF0-8B2E-706EFB14E586}"/>
                </a:ext>
              </a:extLst>
            </p:cNvPr>
            <p:cNvCxnSpPr/>
            <p:nvPr/>
          </p:nvCxnSpPr>
          <p:spPr>
            <a:xfrm>
              <a:off x="6394622" y="1124473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BC729A-438B-4057-C8DF-57AF193F7D33}"/>
                </a:ext>
              </a:extLst>
            </p:cNvPr>
            <p:cNvCxnSpPr/>
            <p:nvPr/>
          </p:nvCxnSpPr>
          <p:spPr>
            <a:xfrm>
              <a:off x="6404683" y="1931782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525FA-64A4-933F-52DA-43B386485BEE}"/>
                </a:ext>
              </a:extLst>
            </p:cNvPr>
            <p:cNvCxnSpPr/>
            <p:nvPr/>
          </p:nvCxnSpPr>
          <p:spPr>
            <a:xfrm>
              <a:off x="6394622" y="2747327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0ABB24-3370-A29E-509D-0D678B492FB2}"/>
                </a:ext>
              </a:extLst>
            </p:cNvPr>
            <p:cNvCxnSpPr/>
            <p:nvPr/>
          </p:nvCxnSpPr>
          <p:spPr>
            <a:xfrm>
              <a:off x="6394622" y="3494911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20F74C-BAA2-E817-D738-7F5CF4C53717}"/>
                </a:ext>
              </a:extLst>
            </p:cNvPr>
            <p:cNvCxnSpPr/>
            <p:nvPr/>
          </p:nvCxnSpPr>
          <p:spPr>
            <a:xfrm>
              <a:off x="6404683" y="4302220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463306E-52C0-EAB6-32D1-5FB02B4741A7}"/>
                </a:ext>
              </a:extLst>
            </p:cNvPr>
            <p:cNvCxnSpPr/>
            <p:nvPr/>
          </p:nvCxnSpPr>
          <p:spPr>
            <a:xfrm>
              <a:off x="6394622" y="5117765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FA6A139-DB50-4344-101A-1A8F4D21695D}"/>
                </a:ext>
              </a:extLst>
            </p:cNvPr>
            <p:cNvCxnSpPr/>
            <p:nvPr/>
          </p:nvCxnSpPr>
          <p:spPr>
            <a:xfrm>
              <a:off x="6394622" y="5863289"/>
              <a:ext cx="111210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39E2BD-DF0B-97F1-3377-402D6C2A39CE}"/>
              </a:ext>
            </a:extLst>
          </p:cNvPr>
          <p:cNvGrpSpPr/>
          <p:nvPr/>
        </p:nvGrpSpPr>
        <p:grpSpPr>
          <a:xfrm>
            <a:off x="9307605" y="551682"/>
            <a:ext cx="1059525" cy="339808"/>
            <a:chOff x="9278911" y="435577"/>
            <a:chExt cx="1059525" cy="3398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B006998-6226-34FC-FE4C-98966EB95BA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856110-F5B5-7DAE-6421-8B8B5D9735D7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86714E-C972-5E24-C264-C6446DA17533}"/>
              </a:ext>
            </a:extLst>
          </p:cNvPr>
          <p:cNvGrpSpPr/>
          <p:nvPr/>
        </p:nvGrpSpPr>
        <p:grpSpPr>
          <a:xfrm>
            <a:off x="9307605" y="1380568"/>
            <a:ext cx="1059525" cy="339808"/>
            <a:chOff x="9278911" y="435577"/>
            <a:chExt cx="1059525" cy="33980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0D0160-4343-F42E-D04E-F41E102583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2BBC534-1B5A-24C9-530D-60126C7303B9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4ABA2E-A78A-09F4-8CCF-243500A3D50D}"/>
              </a:ext>
            </a:extLst>
          </p:cNvPr>
          <p:cNvGrpSpPr/>
          <p:nvPr/>
        </p:nvGrpSpPr>
        <p:grpSpPr>
          <a:xfrm>
            <a:off x="9310798" y="2150076"/>
            <a:ext cx="1059525" cy="339808"/>
            <a:chOff x="9278911" y="435577"/>
            <a:chExt cx="1059525" cy="33980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67A0F3C-648A-7326-D674-068CB072CEC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819C4C-B47A-F852-08AB-CDEE3057314D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C84EBB-0C7E-A20A-DBC8-759870AFC7C5}"/>
              </a:ext>
            </a:extLst>
          </p:cNvPr>
          <p:cNvGrpSpPr/>
          <p:nvPr/>
        </p:nvGrpSpPr>
        <p:grpSpPr>
          <a:xfrm>
            <a:off x="9307605" y="2963046"/>
            <a:ext cx="1059525" cy="339808"/>
            <a:chOff x="9278911" y="435577"/>
            <a:chExt cx="1059525" cy="33980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16ABB8A-FC77-806C-2213-5EDC6DFBAA2C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0CFA8F-42BC-CE20-6255-47936806B09B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FA820E-E328-B53D-F883-76ABF500CF83}"/>
              </a:ext>
            </a:extLst>
          </p:cNvPr>
          <p:cNvGrpSpPr/>
          <p:nvPr/>
        </p:nvGrpSpPr>
        <p:grpSpPr>
          <a:xfrm>
            <a:off x="9307605" y="3737359"/>
            <a:ext cx="1059525" cy="339808"/>
            <a:chOff x="9278911" y="435577"/>
            <a:chExt cx="1059525" cy="33980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8C4C247-84B1-8FF1-9EEB-EAC88F4CDF3F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F317D89-0553-F6A5-1E27-89BF0C492483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1AF4EB-6B05-00CC-5154-8274DC874E9B}"/>
              </a:ext>
            </a:extLst>
          </p:cNvPr>
          <p:cNvGrpSpPr/>
          <p:nvPr/>
        </p:nvGrpSpPr>
        <p:grpSpPr>
          <a:xfrm>
            <a:off x="9310798" y="4552441"/>
            <a:ext cx="1059525" cy="339808"/>
            <a:chOff x="9278911" y="435577"/>
            <a:chExt cx="1059525" cy="33980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99CE1B-C379-EAAB-8910-ECBAC735DAF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6C4BB5-F390-605E-2C86-BB60931D163A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D5B613C-A139-56D6-6279-89B40F43392A}"/>
              </a:ext>
            </a:extLst>
          </p:cNvPr>
          <p:cNvGrpSpPr/>
          <p:nvPr/>
        </p:nvGrpSpPr>
        <p:grpSpPr>
          <a:xfrm>
            <a:off x="9310798" y="5219659"/>
            <a:ext cx="1059525" cy="339808"/>
            <a:chOff x="9278911" y="435577"/>
            <a:chExt cx="1059525" cy="33980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26FAAFA-2EE5-3D53-53A5-E99D7D35A168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5EB76A-7F2B-D95A-9800-99F89D7AE964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720225-FA7F-6BC6-7CE3-FB44CAFFAF56}"/>
              </a:ext>
            </a:extLst>
          </p:cNvPr>
          <p:cNvGrpSpPr/>
          <p:nvPr/>
        </p:nvGrpSpPr>
        <p:grpSpPr>
          <a:xfrm>
            <a:off x="9312581" y="6048122"/>
            <a:ext cx="1059525" cy="339808"/>
            <a:chOff x="9278911" y="435577"/>
            <a:chExt cx="1059525" cy="33980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082EA00-1290-DF4C-29CE-BDB0DA66A9A6}"/>
                </a:ext>
              </a:extLst>
            </p:cNvPr>
            <p:cNvSpPr/>
            <p:nvPr/>
          </p:nvSpPr>
          <p:spPr>
            <a:xfrm>
              <a:off x="9278911" y="435577"/>
              <a:ext cx="625030" cy="3398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6E1249A-8D0A-4A9C-335A-C2B3B1674CD5}"/>
                </a:ext>
              </a:extLst>
            </p:cNvPr>
            <p:cNvSpPr/>
            <p:nvPr/>
          </p:nvSpPr>
          <p:spPr>
            <a:xfrm>
              <a:off x="9713406" y="511777"/>
              <a:ext cx="625030" cy="18740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0DACFBDA-29B0-3560-5AE9-BC4B9ABC0245}"/>
              </a:ext>
            </a:extLst>
          </p:cNvPr>
          <p:cNvSpPr txBox="1"/>
          <p:nvPr/>
        </p:nvSpPr>
        <p:spPr>
          <a:xfrm>
            <a:off x="6734432" y="3740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9FB28-37C5-7B04-8A99-BFD551B6586E}"/>
              </a:ext>
            </a:extLst>
          </p:cNvPr>
          <p:cNvSpPr txBox="1"/>
          <p:nvPr/>
        </p:nvSpPr>
        <p:spPr>
          <a:xfrm>
            <a:off x="10486525" y="40103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P1.0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814168-353D-B425-E161-9E195DA9B8B3}"/>
              </a:ext>
            </a:extLst>
          </p:cNvPr>
          <p:cNvSpPr txBox="1"/>
          <p:nvPr/>
        </p:nvSpPr>
        <p:spPr>
          <a:xfrm>
            <a:off x="6734431" y="1149763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D0D4F0-643D-FBF4-8454-4BE79EC6BB64}"/>
              </a:ext>
            </a:extLst>
          </p:cNvPr>
          <p:cNvSpPr txBox="1"/>
          <p:nvPr/>
        </p:nvSpPr>
        <p:spPr>
          <a:xfrm>
            <a:off x="6734431" y="1976066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3215F4-DC75-9BBE-2247-51111C2FB92B}"/>
              </a:ext>
            </a:extLst>
          </p:cNvPr>
          <p:cNvSpPr txBox="1"/>
          <p:nvPr/>
        </p:nvSpPr>
        <p:spPr>
          <a:xfrm>
            <a:off x="6734431" y="2783374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E825C9-5BAC-24DD-1BE5-3B6D5E1CD3ED}"/>
              </a:ext>
            </a:extLst>
          </p:cNvPr>
          <p:cNvSpPr txBox="1"/>
          <p:nvPr/>
        </p:nvSpPr>
        <p:spPr>
          <a:xfrm>
            <a:off x="6734430" y="3522115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84B11D-1357-616C-0865-DF98BE116C50}"/>
              </a:ext>
            </a:extLst>
          </p:cNvPr>
          <p:cNvSpPr txBox="1"/>
          <p:nvPr/>
        </p:nvSpPr>
        <p:spPr>
          <a:xfrm>
            <a:off x="6734429" y="4320897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1961F5-BE5D-230C-ECAD-C300F3DF7FD7}"/>
              </a:ext>
            </a:extLst>
          </p:cNvPr>
          <p:cNvSpPr txBox="1"/>
          <p:nvPr/>
        </p:nvSpPr>
        <p:spPr>
          <a:xfrm>
            <a:off x="6734428" y="5134530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EA47DD-9433-F347-8608-E5F091BE7DE9}"/>
              </a:ext>
            </a:extLst>
          </p:cNvPr>
          <p:cNvSpPr txBox="1"/>
          <p:nvPr/>
        </p:nvSpPr>
        <p:spPr>
          <a:xfrm>
            <a:off x="6734427" y="5829241"/>
            <a:ext cx="33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EFCFEA-8C48-DBB3-F18D-2B44BC66A41D}"/>
              </a:ext>
            </a:extLst>
          </p:cNvPr>
          <p:cNvSpPr txBox="1"/>
          <p:nvPr/>
        </p:nvSpPr>
        <p:spPr>
          <a:xfrm>
            <a:off x="10486527" y="106961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P1.1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2254BA-3BE2-39C5-738C-19972098CD29}"/>
              </a:ext>
            </a:extLst>
          </p:cNvPr>
          <p:cNvSpPr txBox="1"/>
          <p:nvPr/>
        </p:nvSpPr>
        <p:spPr>
          <a:xfrm>
            <a:off x="10486525" y="1915018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P1.2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D36DA4-6516-75FB-9127-EFCF16775699}"/>
              </a:ext>
            </a:extLst>
          </p:cNvPr>
          <p:cNvSpPr txBox="1"/>
          <p:nvPr/>
        </p:nvSpPr>
        <p:spPr>
          <a:xfrm>
            <a:off x="10486524" y="2747202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P1.3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A6D69-C19D-AD1C-45FD-2F1DE9A95EFC}"/>
              </a:ext>
            </a:extLst>
          </p:cNvPr>
          <p:cNvSpPr txBox="1"/>
          <p:nvPr/>
        </p:nvSpPr>
        <p:spPr>
          <a:xfrm>
            <a:off x="10486525" y="3510585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B7EDC3-5913-2BAB-C9F6-CB7E44BAF7EB}"/>
              </a:ext>
            </a:extLst>
          </p:cNvPr>
          <p:cNvSpPr txBox="1"/>
          <p:nvPr/>
        </p:nvSpPr>
        <p:spPr>
          <a:xfrm>
            <a:off x="10486524" y="4350616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P1.5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92B7F4-31D1-29DB-9D7E-B2BF7D4D077F}"/>
              </a:ext>
            </a:extLst>
          </p:cNvPr>
          <p:cNvSpPr txBox="1"/>
          <p:nvPr/>
        </p:nvSpPr>
        <p:spPr>
          <a:xfrm>
            <a:off x="10540073" y="5038753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P1.6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2A7DA2-170E-1DF8-7F6E-F00B5DF5096B}"/>
              </a:ext>
            </a:extLst>
          </p:cNvPr>
          <p:cNvSpPr txBox="1"/>
          <p:nvPr/>
        </p:nvSpPr>
        <p:spPr>
          <a:xfrm>
            <a:off x="10538486" y="5796101"/>
            <a:ext cx="1196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P1.7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D83AC03-3E4A-6DBE-F215-A33EECB759C0}"/>
              </a:ext>
            </a:extLst>
          </p:cNvPr>
          <p:cNvCxnSpPr>
            <a:cxnSpLocks/>
          </p:cNvCxnSpPr>
          <p:nvPr/>
        </p:nvCxnSpPr>
        <p:spPr>
          <a:xfrm>
            <a:off x="7568514" y="728017"/>
            <a:ext cx="169186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031BE3-0AC0-39AB-E540-54C50302B1D7}"/>
              </a:ext>
            </a:extLst>
          </p:cNvPr>
          <p:cNvCxnSpPr>
            <a:cxnSpLocks/>
          </p:cNvCxnSpPr>
          <p:nvPr/>
        </p:nvCxnSpPr>
        <p:spPr>
          <a:xfrm>
            <a:off x="7560140" y="1544292"/>
            <a:ext cx="170023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94F204-82E9-445E-1A62-20E30FCF137B}"/>
              </a:ext>
            </a:extLst>
          </p:cNvPr>
          <p:cNvCxnSpPr>
            <a:cxnSpLocks/>
          </p:cNvCxnSpPr>
          <p:nvPr/>
        </p:nvCxnSpPr>
        <p:spPr>
          <a:xfrm>
            <a:off x="7568514" y="2331037"/>
            <a:ext cx="169186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AE1D024-6418-F24E-3E8A-EBF14FE5A7AB}"/>
              </a:ext>
            </a:extLst>
          </p:cNvPr>
          <p:cNvCxnSpPr>
            <a:cxnSpLocks/>
          </p:cNvCxnSpPr>
          <p:nvPr/>
        </p:nvCxnSpPr>
        <p:spPr>
          <a:xfrm>
            <a:off x="7560140" y="3147312"/>
            <a:ext cx="163328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0B36927-49F3-1B24-6EC1-E56BF0B8A14E}"/>
              </a:ext>
            </a:extLst>
          </p:cNvPr>
          <p:cNvCxnSpPr>
            <a:cxnSpLocks/>
          </p:cNvCxnSpPr>
          <p:nvPr/>
        </p:nvCxnSpPr>
        <p:spPr>
          <a:xfrm>
            <a:off x="7558354" y="3902269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79C895A-0F76-6B2F-9ABA-92B1C4A20C48}"/>
              </a:ext>
            </a:extLst>
          </p:cNvPr>
          <p:cNvCxnSpPr>
            <a:cxnSpLocks/>
          </p:cNvCxnSpPr>
          <p:nvPr/>
        </p:nvCxnSpPr>
        <p:spPr>
          <a:xfrm>
            <a:off x="7549980" y="4718544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A3F6BBB-88D1-10B4-4E6A-A13B963F6292}"/>
              </a:ext>
            </a:extLst>
          </p:cNvPr>
          <p:cNvCxnSpPr>
            <a:cxnSpLocks/>
          </p:cNvCxnSpPr>
          <p:nvPr/>
        </p:nvCxnSpPr>
        <p:spPr>
          <a:xfrm>
            <a:off x="7570710" y="5404133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53E6C6-69AC-1AB5-2817-479F5D5514B2}"/>
              </a:ext>
            </a:extLst>
          </p:cNvPr>
          <p:cNvCxnSpPr>
            <a:cxnSpLocks/>
          </p:cNvCxnSpPr>
          <p:nvPr/>
        </p:nvCxnSpPr>
        <p:spPr>
          <a:xfrm>
            <a:off x="7562336" y="6220408"/>
            <a:ext cx="171039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57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60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8</cp:revision>
  <dcterms:created xsi:type="dcterms:W3CDTF">2022-05-25T16:36:34Z</dcterms:created>
  <dcterms:modified xsi:type="dcterms:W3CDTF">2022-05-25T16:54:55Z</dcterms:modified>
</cp:coreProperties>
</file>