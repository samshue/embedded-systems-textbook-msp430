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2" d="100"/>
          <a:sy n="132" d="100"/>
        </p:scale>
        <p:origin x="-948" y="-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5678-F599-460D-A5BD-1BCA05D91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5ACC7-5810-4A6A-BF0F-DFAAE4F19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D8823-8C45-4C6A-9002-E255F704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5ADB2-434E-48E5-A003-5EF9A61F9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E4DDD-2FD8-4920-BF4E-B4A1D7DE6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97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2F499-9433-4F7C-9C15-5E5C91423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ED30C-357A-4A64-BD02-53BCC06EA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E33B3-8A98-46F8-B746-87DFA9CB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46AFF-AA5A-48EE-83BA-DA5915E53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5BC68-CA68-4578-8BDF-E280B63C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26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8E30-C5F5-47A0-ADD1-C998CCDE4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FA6D5-1C69-40A8-B1FB-F177FD1E6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FB5E5-53B2-4110-AF39-338FBF4FE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3EA54-181E-4FD2-9E1A-12E2B108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8C99C-00F7-4533-92D0-39DFF41B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26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7701-BA0E-48E4-802E-91BFA0500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35C9B-4782-4034-AD15-5A6DC0BFE7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C317A-C65B-4494-AE79-030A3FE5F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931C4-F68D-4314-BCA7-0A8081B0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CB989-37BD-4599-980B-34CEA7F7D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B646F-A952-49A6-905C-4E1FE181E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8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3ABC-A99A-41FC-8656-82127D2A0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77164-3A33-476D-9542-D6604F8BD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4E4B9-3499-48B7-89FD-F757DA881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BDE40-0B02-4BF8-AC15-6A2E4ED56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3A923A-6F0A-4A81-AF4D-8908A9EB5A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ECB021-5409-4A9B-9093-AAF5555BA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0C180C-08FD-416C-8588-814ED7463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7483CD-8CE7-4925-A4FF-CBED3AE7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05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B6A6A-21E1-4155-8349-E5F0CB4DD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8BBF92-D07C-4746-8A31-1E6889DC5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5D2CE-4D76-4BC7-B42C-BFF99DE96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620186-EAF9-4B49-9116-B89A888D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49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9EA1F-0E5A-415D-B7F4-F59F8BB9B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63F4C-AE79-47A1-8B76-F117AF670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2CA43-2F04-431F-8DA7-B4F2CF38D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35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926E5-28B8-4327-897E-5017B881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21668-C2D8-406D-95E8-592892988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A2BC7-4B81-4797-848B-71A93860C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4DF23-8CFF-4E7C-906A-60402B73D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C46FF-7C23-48C8-8AB6-3ECEBD94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09D5D-E626-4911-94F6-07DBEC75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E937-CDA8-4843-A823-A752F428C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1E8A0-C07F-4C2F-9252-5E0E9B84D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BF25B-7411-4246-9AD3-D2DE29A2E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22F92-9035-49EE-ABA0-5538C93C1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B0703-D37E-4BA9-8BD0-8654E978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D24D2-BF53-4AA4-96A5-37613A1E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8A74-D09D-4737-8B83-485F9671B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2D134-87FF-4C7F-88FC-E170C081B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BAEE2-1731-4A2C-9C60-EC0418D98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5C0A1-8B01-4FC8-AAC2-586394F6F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8ABA-CB31-4195-97CC-D2FB73BC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60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B0BAA4-0488-47E1-B837-7B29D4FC9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B5B24C-EE75-40A2-95DC-4DC59A7F2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8186E-8682-4A46-9F8C-0CF7E068C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9150-2842-488D-9141-A1CEEC6EA1A8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3C2DB-4A5A-453B-BD04-FBE52443A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7E8DD-23C7-4490-9E73-A2CB311C7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94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FC11AE-43E8-4775-B541-CACDA02AB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48A49-CFCC-4ED5-87D4-B20747567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3253E-C423-4C65-8302-E5FB82659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F9150-2842-488D-9141-A1CEEC6EA1A8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A3ED1-7035-4D0A-B368-E8FBBC7B1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765C9-971C-49CC-B68B-FAF3D1B87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487AA-7391-4A7E-BE1B-BEC266ADE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96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323C88F1-009C-47DD-9651-8E1F52FD59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91522" y="304800"/>
            <a:ext cx="5608955" cy="6248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D03559-B14A-43AC-969A-62F62D71E881}"/>
              </a:ext>
            </a:extLst>
          </p:cNvPr>
          <p:cNvSpPr/>
          <p:nvPr/>
        </p:nvSpPr>
        <p:spPr>
          <a:xfrm>
            <a:off x="3407079" y="835486"/>
            <a:ext cx="85469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A3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074522-C983-443C-97C2-99542A7DDAD6}"/>
              </a:ext>
            </a:extLst>
          </p:cNvPr>
          <p:cNvSpPr/>
          <p:nvPr/>
        </p:nvSpPr>
        <p:spPr>
          <a:xfrm>
            <a:off x="3438392" y="1659699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P1REN.3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A7791E-607D-400C-A368-6E769BBE5BF6}"/>
              </a:ext>
            </a:extLst>
          </p:cNvPr>
          <p:cNvSpPr/>
          <p:nvPr/>
        </p:nvSpPr>
        <p:spPr>
          <a:xfrm>
            <a:off x="3446117" y="1820867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P1DIR.3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844E1C-85B8-483D-B675-D4B9DAC907A4}"/>
              </a:ext>
            </a:extLst>
          </p:cNvPr>
          <p:cNvSpPr/>
          <p:nvPr/>
        </p:nvSpPr>
        <p:spPr>
          <a:xfrm>
            <a:off x="3438391" y="3063031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P1OUT.3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D7624C-FA23-49FD-9C34-C2E0FED90F20}"/>
              </a:ext>
            </a:extLst>
          </p:cNvPr>
          <p:cNvSpPr/>
          <p:nvPr/>
        </p:nvSpPr>
        <p:spPr>
          <a:xfrm>
            <a:off x="3446117" y="4230039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P1IN.3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CAE5B-DE27-40E7-B306-6758D691DB00}"/>
              </a:ext>
            </a:extLst>
          </p:cNvPr>
          <p:cNvSpPr/>
          <p:nvPr/>
        </p:nvSpPr>
        <p:spPr>
          <a:xfrm>
            <a:off x="3438390" y="4505612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P1IE.3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418706-4788-4BB5-B2C8-6934444884B1}"/>
              </a:ext>
            </a:extLst>
          </p:cNvPr>
          <p:cNvSpPr/>
          <p:nvPr/>
        </p:nvSpPr>
        <p:spPr>
          <a:xfrm>
            <a:off x="3438389" y="5198301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P1IFG.3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95EA84-D17F-4E57-8BFD-A2CCE9B09FEC}"/>
              </a:ext>
            </a:extLst>
          </p:cNvPr>
          <p:cNvSpPr/>
          <p:nvPr/>
        </p:nvSpPr>
        <p:spPr>
          <a:xfrm>
            <a:off x="3438389" y="5549030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P1IES.3</a:t>
            </a:r>
          </a:p>
        </p:txBody>
      </p:sp>
    </p:spTree>
    <p:extLst>
      <p:ext uri="{BB962C8B-B14F-4D97-AF65-F5344CB8AC3E}">
        <p14:creationId xmlns:p14="http://schemas.microsoft.com/office/powerpoint/2010/main" val="222554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323C88F1-009C-47DD-9651-8E1F52FD59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91522" y="304800"/>
            <a:ext cx="5608955" cy="6248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D03559-B14A-43AC-969A-62F62D71E881}"/>
              </a:ext>
            </a:extLst>
          </p:cNvPr>
          <p:cNvSpPr/>
          <p:nvPr/>
        </p:nvSpPr>
        <p:spPr>
          <a:xfrm>
            <a:off x="3407079" y="835486"/>
            <a:ext cx="85469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A0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074522-C983-443C-97C2-99542A7DDAD6}"/>
              </a:ext>
            </a:extLst>
          </p:cNvPr>
          <p:cNvSpPr/>
          <p:nvPr/>
        </p:nvSpPr>
        <p:spPr>
          <a:xfrm>
            <a:off x="3438392" y="1659699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P1REN.0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A7791E-607D-400C-A368-6E769BBE5BF6}"/>
              </a:ext>
            </a:extLst>
          </p:cNvPr>
          <p:cNvSpPr/>
          <p:nvPr/>
        </p:nvSpPr>
        <p:spPr>
          <a:xfrm>
            <a:off x="3446117" y="1820867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P1DIR.0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844E1C-85B8-483D-B675-D4B9DAC907A4}"/>
              </a:ext>
            </a:extLst>
          </p:cNvPr>
          <p:cNvSpPr/>
          <p:nvPr/>
        </p:nvSpPr>
        <p:spPr>
          <a:xfrm>
            <a:off x="3438391" y="3063031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P1OUT.0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D7624C-FA23-49FD-9C34-C2E0FED90F20}"/>
              </a:ext>
            </a:extLst>
          </p:cNvPr>
          <p:cNvSpPr/>
          <p:nvPr/>
        </p:nvSpPr>
        <p:spPr>
          <a:xfrm>
            <a:off x="3446117" y="4230039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P1IN.0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CAE5B-DE27-40E7-B306-6758D691DB00}"/>
              </a:ext>
            </a:extLst>
          </p:cNvPr>
          <p:cNvSpPr/>
          <p:nvPr/>
        </p:nvSpPr>
        <p:spPr>
          <a:xfrm>
            <a:off x="3438390" y="4505612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418706-4788-4BB5-B2C8-6934444884B1}"/>
              </a:ext>
            </a:extLst>
          </p:cNvPr>
          <p:cNvSpPr/>
          <p:nvPr/>
        </p:nvSpPr>
        <p:spPr>
          <a:xfrm>
            <a:off x="3438389" y="5198301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P1IFG.0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95EA84-D17F-4E57-8BFD-A2CCE9B09FEC}"/>
              </a:ext>
            </a:extLst>
          </p:cNvPr>
          <p:cNvSpPr/>
          <p:nvPr/>
        </p:nvSpPr>
        <p:spPr>
          <a:xfrm>
            <a:off x="3438389" y="5549030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P1IES.0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7A70A7-14F8-4EF5-9B87-883258F4409E}"/>
              </a:ext>
            </a:extLst>
          </p:cNvPr>
          <p:cNvCxnSpPr/>
          <p:nvPr/>
        </p:nvCxnSpPr>
        <p:spPr>
          <a:xfrm>
            <a:off x="4261772" y="1903956"/>
            <a:ext cx="77369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0A9642-F4FE-4B20-92DB-9FBC68985612}"/>
              </a:ext>
            </a:extLst>
          </p:cNvPr>
          <p:cNvCxnSpPr>
            <a:cxnSpLocks/>
          </p:cNvCxnSpPr>
          <p:nvPr/>
        </p:nvCxnSpPr>
        <p:spPr>
          <a:xfrm>
            <a:off x="5184522" y="1998319"/>
            <a:ext cx="527346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6BB73D-49BE-434B-9E63-75DBAB0B5BC1}"/>
              </a:ext>
            </a:extLst>
          </p:cNvPr>
          <p:cNvCxnSpPr>
            <a:cxnSpLocks/>
          </p:cNvCxnSpPr>
          <p:nvPr/>
        </p:nvCxnSpPr>
        <p:spPr>
          <a:xfrm>
            <a:off x="5711868" y="2939858"/>
            <a:ext cx="1283918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5A0441A-20C8-4D9F-9FBC-91FCF27E4F42}"/>
              </a:ext>
            </a:extLst>
          </p:cNvPr>
          <p:cNvCxnSpPr>
            <a:cxnSpLocks/>
          </p:cNvCxnSpPr>
          <p:nvPr/>
        </p:nvCxnSpPr>
        <p:spPr>
          <a:xfrm>
            <a:off x="5711868" y="1998319"/>
            <a:ext cx="0" cy="941539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180014-6A91-4589-9B6E-7FC817BF02F9}"/>
              </a:ext>
            </a:extLst>
          </p:cNvPr>
          <p:cNvCxnSpPr>
            <a:cxnSpLocks/>
          </p:cNvCxnSpPr>
          <p:nvPr/>
        </p:nvCxnSpPr>
        <p:spPr>
          <a:xfrm>
            <a:off x="7020838" y="2939858"/>
            <a:ext cx="0" cy="273485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0B94D8E-AAD9-48B4-9D56-32804E850CD4}"/>
              </a:ext>
            </a:extLst>
          </p:cNvPr>
          <p:cNvCxnSpPr>
            <a:cxnSpLocks/>
          </p:cNvCxnSpPr>
          <p:nvPr/>
        </p:nvCxnSpPr>
        <p:spPr>
          <a:xfrm>
            <a:off x="4261772" y="3142362"/>
            <a:ext cx="77369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358282D-E5CB-4178-805F-7CC3C1F90473}"/>
              </a:ext>
            </a:extLst>
          </p:cNvPr>
          <p:cNvCxnSpPr>
            <a:cxnSpLocks/>
          </p:cNvCxnSpPr>
          <p:nvPr/>
        </p:nvCxnSpPr>
        <p:spPr>
          <a:xfrm>
            <a:off x="5178259" y="3257601"/>
            <a:ext cx="1748634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AC3D54-24D3-4F74-BF2C-6E9991A5E968}"/>
              </a:ext>
            </a:extLst>
          </p:cNvPr>
          <p:cNvCxnSpPr>
            <a:cxnSpLocks/>
          </p:cNvCxnSpPr>
          <p:nvPr/>
        </p:nvCxnSpPr>
        <p:spPr>
          <a:xfrm>
            <a:off x="7151843" y="3257601"/>
            <a:ext cx="852289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3B50412-6205-4E16-9D21-ECB4743411FC}"/>
              </a:ext>
            </a:extLst>
          </p:cNvPr>
          <p:cNvSpPr txBox="1"/>
          <p:nvPr/>
        </p:nvSpPr>
        <p:spPr>
          <a:xfrm>
            <a:off x="8337846" y="2749769"/>
            <a:ext cx="598540" cy="1015663"/>
          </a:xfrm>
          <a:prstGeom prst="rect">
            <a:avLst/>
          </a:prstGeom>
          <a:noFill/>
          <a:effectLst>
            <a:glow rad="101600">
              <a:srgbClr val="FF000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  <a:effectLst>
                  <a:glow rad="63500">
                    <a:srgbClr val="FF0000">
                      <a:alpha val="40000"/>
                    </a:srgbClr>
                  </a:glow>
                </a:effectLst>
              </a:rPr>
              <a:t>1</a:t>
            </a:r>
            <a:endParaRPr lang="en-US" dirty="0">
              <a:solidFill>
                <a:srgbClr val="FF0000"/>
              </a:solidFill>
              <a:effectLst>
                <a:glow rad="63500">
                  <a:srgbClr val="FF00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11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323C88F1-009C-47DD-9651-8E1F52FD598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91522" y="304800"/>
            <a:ext cx="5608955" cy="6248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D03559-B14A-43AC-969A-62F62D71E881}"/>
              </a:ext>
            </a:extLst>
          </p:cNvPr>
          <p:cNvSpPr/>
          <p:nvPr/>
        </p:nvSpPr>
        <p:spPr>
          <a:xfrm>
            <a:off x="3407079" y="835486"/>
            <a:ext cx="85469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A0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074522-C983-443C-97C2-99542A7DDAD6}"/>
              </a:ext>
            </a:extLst>
          </p:cNvPr>
          <p:cNvSpPr/>
          <p:nvPr/>
        </p:nvSpPr>
        <p:spPr>
          <a:xfrm>
            <a:off x="3438392" y="1659699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P1REN.0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A7791E-607D-400C-A368-6E769BBE5BF6}"/>
              </a:ext>
            </a:extLst>
          </p:cNvPr>
          <p:cNvSpPr/>
          <p:nvPr/>
        </p:nvSpPr>
        <p:spPr>
          <a:xfrm>
            <a:off x="3446117" y="1820867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P1DIR.0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844E1C-85B8-483D-B675-D4B9DAC907A4}"/>
              </a:ext>
            </a:extLst>
          </p:cNvPr>
          <p:cNvSpPr/>
          <p:nvPr/>
        </p:nvSpPr>
        <p:spPr>
          <a:xfrm>
            <a:off x="3438391" y="3063031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P1OUT.0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D7624C-FA23-49FD-9C34-C2E0FED90F20}"/>
              </a:ext>
            </a:extLst>
          </p:cNvPr>
          <p:cNvSpPr/>
          <p:nvPr/>
        </p:nvSpPr>
        <p:spPr>
          <a:xfrm>
            <a:off x="3446117" y="4230039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P1IN.0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CAE5B-DE27-40E7-B306-6758D691DB00}"/>
              </a:ext>
            </a:extLst>
          </p:cNvPr>
          <p:cNvSpPr/>
          <p:nvPr/>
        </p:nvSpPr>
        <p:spPr>
          <a:xfrm>
            <a:off x="3438390" y="4505612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418706-4788-4BB5-B2C8-6934444884B1}"/>
              </a:ext>
            </a:extLst>
          </p:cNvPr>
          <p:cNvSpPr/>
          <p:nvPr/>
        </p:nvSpPr>
        <p:spPr>
          <a:xfrm>
            <a:off x="3438389" y="5198301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P1IFG.0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95EA84-D17F-4E57-8BFD-A2CCE9B09FEC}"/>
              </a:ext>
            </a:extLst>
          </p:cNvPr>
          <p:cNvSpPr/>
          <p:nvPr/>
        </p:nvSpPr>
        <p:spPr>
          <a:xfrm>
            <a:off x="3438389" y="5549030"/>
            <a:ext cx="751563" cy="1503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P1IES.0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180014-6A91-4589-9B6E-7FC817BF02F9}"/>
              </a:ext>
            </a:extLst>
          </p:cNvPr>
          <p:cNvCxnSpPr>
            <a:cxnSpLocks/>
          </p:cNvCxnSpPr>
          <p:nvPr/>
        </p:nvCxnSpPr>
        <p:spPr>
          <a:xfrm>
            <a:off x="6926893" y="1769092"/>
            <a:ext cx="0" cy="673483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0B94D8E-AAD9-48B4-9D56-32804E850CD4}"/>
              </a:ext>
            </a:extLst>
          </p:cNvPr>
          <p:cNvCxnSpPr>
            <a:cxnSpLocks/>
          </p:cNvCxnSpPr>
          <p:nvPr/>
        </p:nvCxnSpPr>
        <p:spPr>
          <a:xfrm>
            <a:off x="4261772" y="3142362"/>
            <a:ext cx="77369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358282D-E5CB-4178-805F-7CC3C1F90473}"/>
              </a:ext>
            </a:extLst>
          </p:cNvPr>
          <p:cNvCxnSpPr>
            <a:cxnSpLocks/>
          </p:cNvCxnSpPr>
          <p:nvPr/>
        </p:nvCxnSpPr>
        <p:spPr>
          <a:xfrm>
            <a:off x="5178259" y="3257601"/>
            <a:ext cx="1748634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AC3D54-24D3-4F74-BF2C-6E9991A5E968}"/>
              </a:ext>
            </a:extLst>
          </p:cNvPr>
          <p:cNvCxnSpPr>
            <a:cxnSpLocks/>
          </p:cNvCxnSpPr>
          <p:nvPr/>
        </p:nvCxnSpPr>
        <p:spPr>
          <a:xfrm>
            <a:off x="7151843" y="3257601"/>
            <a:ext cx="852289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3B50412-6205-4E16-9D21-ECB4743411FC}"/>
              </a:ext>
            </a:extLst>
          </p:cNvPr>
          <p:cNvSpPr txBox="1"/>
          <p:nvPr/>
        </p:nvSpPr>
        <p:spPr>
          <a:xfrm>
            <a:off x="8337846" y="2749769"/>
            <a:ext cx="598540" cy="1015663"/>
          </a:xfrm>
          <a:prstGeom prst="rect">
            <a:avLst/>
          </a:prstGeom>
          <a:noFill/>
          <a:effectLst>
            <a:glow rad="101600">
              <a:srgbClr val="FF000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  <a:effectLst>
                  <a:glow rad="63500">
                    <a:srgbClr val="FF0000">
                      <a:alpha val="40000"/>
                    </a:srgbClr>
                  </a:glow>
                </a:effectLst>
              </a:rPr>
              <a:t>1</a:t>
            </a:r>
            <a:endParaRPr lang="en-US" dirty="0">
              <a:solidFill>
                <a:srgbClr val="FF0000"/>
              </a:solidFill>
              <a:effectLst>
                <a:glow rad="63500">
                  <a:srgbClr val="FF0000">
                    <a:alpha val="40000"/>
                  </a:srgbClr>
                </a:glow>
              </a:effectLst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70C968-B2FA-4443-9BD7-A3DB4542EB11}"/>
              </a:ext>
            </a:extLst>
          </p:cNvPr>
          <p:cNvCxnSpPr>
            <a:cxnSpLocks/>
          </p:cNvCxnSpPr>
          <p:nvPr/>
        </p:nvCxnSpPr>
        <p:spPr>
          <a:xfrm>
            <a:off x="4261772" y="1754061"/>
            <a:ext cx="1834228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53AC24C-9372-427D-8D22-7E81B9125F5B}"/>
              </a:ext>
            </a:extLst>
          </p:cNvPr>
          <p:cNvCxnSpPr>
            <a:cxnSpLocks/>
          </p:cNvCxnSpPr>
          <p:nvPr/>
        </p:nvCxnSpPr>
        <p:spPr>
          <a:xfrm>
            <a:off x="6374495" y="1769092"/>
            <a:ext cx="552398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904C713-4080-4C95-A27D-1FA3C751919A}"/>
              </a:ext>
            </a:extLst>
          </p:cNvPr>
          <p:cNvCxnSpPr>
            <a:cxnSpLocks/>
          </p:cNvCxnSpPr>
          <p:nvPr/>
        </p:nvCxnSpPr>
        <p:spPr>
          <a:xfrm>
            <a:off x="4680040" y="2577021"/>
            <a:ext cx="2635160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2542FC9-D58B-4AFE-91CD-57F266523064}"/>
              </a:ext>
            </a:extLst>
          </p:cNvPr>
          <p:cNvCxnSpPr>
            <a:cxnSpLocks/>
          </p:cNvCxnSpPr>
          <p:nvPr/>
        </p:nvCxnSpPr>
        <p:spPr>
          <a:xfrm>
            <a:off x="7315200" y="2577021"/>
            <a:ext cx="0" cy="68058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9E577DF-85BB-4C7D-9187-B9DDFBA6E092}"/>
              </a:ext>
            </a:extLst>
          </p:cNvPr>
          <p:cNvCxnSpPr>
            <a:cxnSpLocks/>
          </p:cNvCxnSpPr>
          <p:nvPr/>
        </p:nvCxnSpPr>
        <p:spPr>
          <a:xfrm>
            <a:off x="4261772" y="2679317"/>
            <a:ext cx="291439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B4D55BA-F91C-44F3-A851-6ABA6AD9EEB0}"/>
              </a:ext>
            </a:extLst>
          </p:cNvPr>
          <p:cNvCxnSpPr>
            <a:cxnSpLocks/>
          </p:cNvCxnSpPr>
          <p:nvPr/>
        </p:nvCxnSpPr>
        <p:spPr>
          <a:xfrm>
            <a:off x="7724384" y="3257601"/>
            <a:ext cx="0" cy="1051352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0875EAE-C74A-4562-A99F-6E1406BE3585}"/>
              </a:ext>
            </a:extLst>
          </p:cNvPr>
          <p:cNvCxnSpPr>
            <a:cxnSpLocks/>
          </p:cNvCxnSpPr>
          <p:nvPr/>
        </p:nvCxnSpPr>
        <p:spPr>
          <a:xfrm>
            <a:off x="7724384" y="4308953"/>
            <a:ext cx="0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D1772DC-7100-47F0-AB67-3580DB2046CA}"/>
              </a:ext>
            </a:extLst>
          </p:cNvPr>
          <p:cNvCxnSpPr>
            <a:cxnSpLocks/>
          </p:cNvCxnSpPr>
          <p:nvPr/>
        </p:nvCxnSpPr>
        <p:spPr>
          <a:xfrm>
            <a:off x="7151843" y="4327742"/>
            <a:ext cx="57254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29FCF72-4076-4E47-BDD9-EF99736855FE}"/>
              </a:ext>
            </a:extLst>
          </p:cNvPr>
          <p:cNvCxnSpPr>
            <a:cxnSpLocks/>
          </p:cNvCxnSpPr>
          <p:nvPr/>
        </p:nvCxnSpPr>
        <p:spPr>
          <a:xfrm>
            <a:off x="4261772" y="4327742"/>
            <a:ext cx="266512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EC45052-E90A-4F75-BECC-DB22D81E6568}"/>
              </a:ext>
            </a:extLst>
          </p:cNvPr>
          <p:cNvCxnSpPr>
            <a:cxnSpLocks/>
          </p:cNvCxnSpPr>
          <p:nvPr/>
        </p:nvCxnSpPr>
        <p:spPr>
          <a:xfrm>
            <a:off x="4636091" y="2749769"/>
            <a:ext cx="0" cy="392593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45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287F73-DC83-C40E-E41C-FB26B8492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995" y="0"/>
            <a:ext cx="571000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88989C-DCDD-23CC-98C4-15CF9D6EC684}"/>
              </a:ext>
            </a:extLst>
          </p:cNvPr>
          <p:cNvSpPr/>
          <p:nvPr/>
        </p:nvSpPr>
        <p:spPr>
          <a:xfrm>
            <a:off x="3660219" y="1667089"/>
            <a:ext cx="562771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P1DIR.0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DCE216-D74A-FBD4-87BF-191798CA2437}"/>
              </a:ext>
            </a:extLst>
          </p:cNvPr>
          <p:cNvSpPr/>
          <p:nvPr/>
        </p:nvSpPr>
        <p:spPr>
          <a:xfrm>
            <a:off x="3589914" y="2406382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P1SEL2.0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74BE5B-DF3B-BE96-3613-6F8998032CDF}"/>
              </a:ext>
            </a:extLst>
          </p:cNvPr>
          <p:cNvSpPr/>
          <p:nvPr/>
        </p:nvSpPr>
        <p:spPr>
          <a:xfrm>
            <a:off x="3589914" y="2581193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P1SEL.0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8BF9AE-769A-5630-4AE3-B6419788B27D}"/>
              </a:ext>
            </a:extLst>
          </p:cNvPr>
          <p:cNvSpPr/>
          <p:nvPr/>
        </p:nvSpPr>
        <p:spPr>
          <a:xfrm>
            <a:off x="4682347" y="1355834"/>
            <a:ext cx="471399" cy="1287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P1SEL.0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081FD-EBD8-B383-5E69-363E5611FE91}"/>
              </a:ext>
            </a:extLst>
          </p:cNvPr>
          <p:cNvSpPr/>
          <p:nvPr/>
        </p:nvSpPr>
        <p:spPr>
          <a:xfrm>
            <a:off x="4537844" y="1290149"/>
            <a:ext cx="518696" cy="89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P1SEL2.0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198F5F-E3F6-06D3-048D-14D8E1D8B09D}"/>
              </a:ext>
            </a:extLst>
          </p:cNvPr>
          <p:cNvSpPr/>
          <p:nvPr/>
        </p:nvSpPr>
        <p:spPr>
          <a:xfrm>
            <a:off x="3612960" y="2759865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P1REN.0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4E1F5E-D806-4156-58FB-58BEA79DC2C5}"/>
              </a:ext>
            </a:extLst>
          </p:cNvPr>
          <p:cNvSpPr/>
          <p:nvPr/>
        </p:nvSpPr>
        <p:spPr>
          <a:xfrm>
            <a:off x="3635275" y="3586563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P1OUT.0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9D9BD4-3700-FA66-E900-E47775729C11}"/>
              </a:ext>
            </a:extLst>
          </p:cNvPr>
          <p:cNvSpPr/>
          <p:nvPr/>
        </p:nvSpPr>
        <p:spPr>
          <a:xfrm>
            <a:off x="3723318" y="6255161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P1SEL.0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C8F86-354E-100C-5CF0-B5BD09C29133}"/>
              </a:ext>
            </a:extLst>
          </p:cNvPr>
          <p:cNvSpPr/>
          <p:nvPr/>
        </p:nvSpPr>
        <p:spPr>
          <a:xfrm>
            <a:off x="3723318" y="6404457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P1IES.0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855F10-E778-7F99-D7A4-E0733C7D8703}"/>
              </a:ext>
            </a:extLst>
          </p:cNvPr>
          <p:cNvSpPr/>
          <p:nvPr/>
        </p:nvSpPr>
        <p:spPr>
          <a:xfrm>
            <a:off x="3660219" y="5737978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P1IRQ.0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0E0F42-662D-9604-8C15-2066C42A3F04}"/>
              </a:ext>
            </a:extLst>
          </p:cNvPr>
          <p:cNvSpPr/>
          <p:nvPr/>
        </p:nvSpPr>
        <p:spPr>
          <a:xfrm>
            <a:off x="3663246" y="4813160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P1IN.0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75A1A5-9C79-9365-5C30-1859C454812E}"/>
              </a:ext>
            </a:extLst>
          </p:cNvPr>
          <p:cNvSpPr/>
          <p:nvPr/>
        </p:nvSpPr>
        <p:spPr>
          <a:xfrm>
            <a:off x="4676911" y="5525584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P1IE.0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49533D-2104-DB9E-EBB0-F68C7CDD18C9}"/>
              </a:ext>
            </a:extLst>
          </p:cNvPr>
          <p:cNvSpPr/>
          <p:nvPr/>
        </p:nvSpPr>
        <p:spPr>
          <a:xfrm>
            <a:off x="4438445" y="6119210"/>
            <a:ext cx="612658" cy="127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P1IFG.0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6EC267-06BB-91F4-ACD0-D8EF4D885DDB}"/>
              </a:ext>
            </a:extLst>
          </p:cNvPr>
          <p:cNvSpPr/>
          <p:nvPr/>
        </p:nvSpPr>
        <p:spPr>
          <a:xfrm>
            <a:off x="3680098" y="1099432"/>
            <a:ext cx="562771" cy="1509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CAPD.0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2575A4-C660-07B4-B1FF-21EB2CDE130B}"/>
              </a:ext>
            </a:extLst>
          </p:cNvPr>
          <p:cNvSpPr/>
          <p:nvPr/>
        </p:nvSpPr>
        <p:spPr>
          <a:xfrm>
            <a:off x="3351593" y="1223125"/>
            <a:ext cx="931150" cy="139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or ADC10AE.0*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BD0D68-C3A8-DADC-8337-C3E3E541F017}"/>
              </a:ext>
            </a:extLst>
          </p:cNvPr>
          <p:cNvSpPr/>
          <p:nvPr/>
        </p:nvSpPr>
        <p:spPr>
          <a:xfrm>
            <a:off x="3545119" y="851691"/>
            <a:ext cx="702247" cy="1307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INCHx</a:t>
            </a:r>
            <a:r>
              <a:rPr lang="en-US" sz="900" dirty="0">
                <a:solidFill>
                  <a:schemeClr val="tx1"/>
                </a:solidFill>
              </a:rPr>
              <a:t> = 0*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5D0398-389A-A911-1787-85EA08735992}"/>
              </a:ext>
            </a:extLst>
          </p:cNvPr>
          <p:cNvSpPr/>
          <p:nvPr/>
        </p:nvSpPr>
        <p:spPr>
          <a:xfrm>
            <a:off x="4683667" y="3283091"/>
            <a:ext cx="471399" cy="1287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P1SEL.0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6E7B4-4AA8-B857-6984-3DCCC58F2A5A}"/>
              </a:ext>
            </a:extLst>
          </p:cNvPr>
          <p:cNvSpPr/>
          <p:nvPr/>
        </p:nvSpPr>
        <p:spPr>
          <a:xfrm>
            <a:off x="4563020" y="3213430"/>
            <a:ext cx="518696" cy="89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P1SEL2.0</a:t>
            </a:r>
          </a:p>
        </p:txBody>
      </p:sp>
    </p:spTree>
    <p:extLst>
      <p:ext uri="{BB962C8B-B14F-4D97-AF65-F5344CB8AC3E}">
        <p14:creationId xmlns:p14="http://schemas.microsoft.com/office/powerpoint/2010/main" val="352468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287F73-DC83-C40E-E41C-FB26B8492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995" y="0"/>
            <a:ext cx="571000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88989C-DCDD-23CC-98C4-15CF9D6EC684}"/>
              </a:ext>
            </a:extLst>
          </p:cNvPr>
          <p:cNvSpPr/>
          <p:nvPr/>
        </p:nvSpPr>
        <p:spPr>
          <a:xfrm>
            <a:off x="3660219" y="1667089"/>
            <a:ext cx="562771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P1DIR.0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DCE216-D74A-FBD4-87BF-191798CA2437}"/>
              </a:ext>
            </a:extLst>
          </p:cNvPr>
          <p:cNvSpPr/>
          <p:nvPr/>
        </p:nvSpPr>
        <p:spPr>
          <a:xfrm>
            <a:off x="3589914" y="2406382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P1SEL2.0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74BE5B-DF3B-BE96-3613-6F8998032CDF}"/>
              </a:ext>
            </a:extLst>
          </p:cNvPr>
          <p:cNvSpPr/>
          <p:nvPr/>
        </p:nvSpPr>
        <p:spPr>
          <a:xfrm>
            <a:off x="3589914" y="2581193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P1SEL.0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8BF9AE-769A-5630-4AE3-B6419788B27D}"/>
              </a:ext>
            </a:extLst>
          </p:cNvPr>
          <p:cNvSpPr/>
          <p:nvPr/>
        </p:nvSpPr>
        <p:spPr>
          <a:xfrm>
            <a:off x="4682347" y="1355834"/>
            <a:ext cx="471399" cy="1287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P1SEL.0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081FD-EBD8-B383-5E69-363E5611FE91}"/>
              </a:ext>
            </a:extLst>
          </p:cNvPr>
          <p:cNvSpPr/>
          <p:nvPr/>
        </p:nvSpPr>
        <p:spPr>
          <a:xfrm>
            <a:off x="4537844" y="1290149"/>
            <a:ext cx="518696" cy="89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P1SEL2.0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198F5F-E3F6-06D3-048D-14D8E1D8B09D}"/>
              </a:ext>
            </a:extLst>
          </p:cNvPr>
          <p:cNvSpPr/>
          <p:nvPr/>
        </p:nvSpPr>
        <p:spPr>
          <a:xfrm>
            <a:off x="3612960" y="2759865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P1REN.0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4E1F5E-D806-4156-58FB-58BEA79DC2C5}"/>
              </a:ext>
            </a:extLst>
          </p:cNvPr>
          <p:cNvSpPr/>
          <p:nvPr/>
        </p:nvSpPr>
        <p:spPr>
          <a:xfrm>
            <a:off x="3635275" y="3586563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P1OUT.0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9D9BD4-3700-FA66-E900-E47775729C11}"/>
              </a:ext>
            </a:extLst>
          </p:cNvPr>
          <p:cNvSpPr/>
          <p:nvPr/>
        </p:nvSpPr>
        <p:spPr>
          <a:xfrm>
            <a:off x="3723318" y="6255161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P1SEL.0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C8F86-354E-100C-5CF0-B5BD09C29133}"/>
              </a:ext>
            </a:extLst>
          </p:cNvPr>
          <p:cNvSpPr/>
          <p:nvPr/>
        </p:nvSpPr>
        <p:spPr>
          <a:xfrm>
            <a:off x="3723318" y="6404457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P1IES.0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855F10-E778-7F99-D7A4-E0733C7D8703}"/>
              </a:ext>
            </a:extLst>
          </p:cNvPr>
          <p:cNvSpPr/>
          <p:nvPr/>
        </p:nvSpPr>
        <p:spPr>
          <a:xfrm>
            <a:off x="3660219" y="5737978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P1IRQ.0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0E0F42-662D-9604-8C15-2066C42A3F04}"/>
              </a:ext>
            </a:extLst>
          </p:cNvPr>
          <p:cNvSpPr/>
          <p:nvPr/>
        </p:nvSpPr>
        <p:spPr>
          <a:xfrm>
            <a:off x="3663246" y="4813160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P1IN.0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75A1A5-9C79-9365-5C30-1859C454812E}"/>
              </a:ext>
            </a:extLst>
          </p:cNvPr>
          <p:cNvSpPr/>
          <p:nvPr/>
        </p:nvSpPr>
        <p:spPr>
          <a:xfrm>
            <a:off x="4676911" y="5525584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P1IE.0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49533D-2104-DB9E-EBB0-F68C7CDD18C9}"/>
              </a:ext>
            </a:extLst>
          </p:cNvPr>
          <p:cNvSpPr/>
          <p:nvPr/>
        </p:nvSpPr>
        <p:spPr>
          <a:xfrm>
            <a:off x="4438445" y="6119210"/>
            <a:ext cx="612658" cy="127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P1IFG.0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6EC267-06BB-91F4-ACD0-D8EF4D885DDB}"/>
              </a:ext>
            </a:extLst>
          </p:cNvPr>
          <p:cNvSpPr/>
          <p:nvPr/>
        </p:nvSpPr>
        <p:spPr>
          <a:xfrm>
            <a:off x="3680098" y="1099432"/>
            <a:ext cx="562771" cy="1509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CAPD.0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2575A4-C660-07B4-B1FF-21EB2CDE130B}"/>
              </a:ext>
            </a:extLst>
          </p:cNvPr>
          <p:cNvSpPr/>
          <p:nvPr/>
        </p:nvSpPr>
        <p:spPr>
          <a:xfrm>
            <a:off x="3351593" y="1223125"/>
            <a:ext cx="931150" cy="139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or ADC10AE.0*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BD0D68-C3A8-DADC-8337-C3E3E541F017}"/>
              </a:ext>
            </a:extLst>
          </p:cNvPr>
          <p:cNvSpPr/>
          <p:nvPr/>
        </p:nvSpPr>
        <p:spPr>
          <a:xfrm>
            <a:off x="3545119" y="851691"/>
            <a:ext cx="702247" cy="1307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INCHx</a:t>
            </a:r>
            <a:r>
              <a:rPr lang="en-US" sz="900" dirty="0">
                <a:solidFill>
                  <a:schemeClr val="tx1"/>
                </a:solidFill>
              </a:rPr>
              <a:t> = 0*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5D0398-389A-A911-1787-85EA08735992}"/>
              </a:ext>
            </a:extLst>
          </p:cNvPr>
          <p:cNvSpPr/>
          <p:nvPr/>
        </p:nvSpPr>
        <p:spPr>
          <a:xfrm>
            <a:off x="4683667" y="3283091"/>
            <a:ext cx="471399" cy="1287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P1SEL.0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6E7B4-4AA8-B857-6984-3DCCC58F2A5A}"/>
              </a:ext>
            </a:extLst>
          </p:cNvPr>
          <p:cNvSpPr/>
          <p:nvPr/>
        </p:nvSpPr>
        <p:spPr>
          <a:xfrm>
            <a:off x="4563020" y="3213430"/>
            <a:ext cx="518696" cy="89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P1SEL2.0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8712FCE-4DD5-E408-DF89-557752416D3D}"/>
              </a:ext>
            </a:extLst>
          </p:cNvPr>
          <p:cNvCxnSpPr>
            <a:cxnSpLocks/>
          </p:cNvCxnSpPr>
          <p:nvPr/>
        </p:nvCxnSpPr>
        <p:spPr>
          <a:xfrm>
            <a:off x="4261772" y="1764804"/>
            <a:ext cx="334082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E7A1C2-69B1-EA2A-7233-FF7638D55FD4}"/>
              </a:ext>
            </a:extLst>
          </p:cNvPr>
          <p:cNvCxnSpPr>
            <a:cxnSpLocks/>
          </p:cNvCxnSpPr>
          <p:nvPr/>
        </p:nvCxnSpPr>
        <p:spPr>
          <a:xfrm>
            <a:off x="4819664" y="2012619"/>
            <a:ext cx="1895213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82735B-CCD7-21D0-1E41-577E033DFD3B}"/>
              </a:ext>
            </a:extLst>
          </p:cNvPr>
          <p:cNvCxnSpPr>
            <a:cxnSpLocks/>
          </p:cNvCxnSpPr>
          <p:nvPr/>
        </p:nvCxnSpPr>
        <p:spPr>
          <a:xfrm>
            <a:off x="6714877" y="2165019"/>
            <a:ext cx="103366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F75A3B3-8021-1C92-072C-456EE03C1CCE}"/>
              </a:ext>
            </a:extLst>
          </p:cNvPr>
          <p:cNvCxnSpPr>
            <a:cxnSpLocks/>
          </p:cNvCxnSpPr>
          <p:nvPr/>
        </p:nvCxnSpPr>
        <p:spPr>
          <a:xfrm>
            <a:off x="6714877" y="2012619"/>
            <a:ext cx="0" cy="15240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F9BDF03-E249-E67A-9DFE-20918DCD29D5}"/>
              </a:ext>
            </a:extLst>
          </p:cNvPr>
          <p:cNvCxnSpPr>
            <a:cxnSpLocks/>
          </p:cNvCxnSpPr>
          <p:nvPr/>
        </p:nvCxnSpPr>
        <p:spPr>
          <a:xfrm>
            <a:off x="7154697" y="2256459"/>
            <a:ext cx="283748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18BDDE-8B5C-04E9-FC5B-FC7C5C9CEA24}"/>
              </a:ext>
            </a:extLst>
          </p:cNvPr>
          <p:cNvCxnSpPr>
            <a:cxnSpLocks/>
          </p:cNvCxnSpPr>
          <p:nvPr/>
        </p:nvCxnSpPr>
        <p:spPr>
          <a:xfrm>
            <a:off x="7438445" y="2256459"/>
            <a:ext cx="0" cy="1580045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AC80995-718E-4AE2-4B94-DB119696A23F}"/>
              </a:ext>
            </a:extLst>
          </p:cNvPr>
          <p:cNvCxnSpPr>
            <a:cxnSpLocks/>
          </p:cNvCxnSpPr>
          <p:nvPr/>
        </p:nvCxnSpPr>
        <p:spPr>
          <a:xfrm>
            <a:off x="7581568" y="3962013"/>
            <a:ext cx="287573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9611BC7-0390-B981-9561-87C175EEF516}"/>
              </a:ext>
            </a:extLst>
          </p:cNvPr>
          <p:cNvCxnSpPr>
            <a:cxnSpLocks/>
          </p:cNvCxnSpPr>
          <p:nvPr/>
        </p:nvCxnSpPr>
        <p:spPr>
          <a:xfrm>
            <a:off x="5772647" y="3959360"/>
            <a:ext cx="1525836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256C474-A90C-114E-FD2E-FB592E152BFC}"/>
              </a:ext>
            </a:extLst>
          </p:cNvPr>
          <p:cNvCxnSpPr>
            <a:cxnSpLocks/>
          </p:cNvCxnSpPr>
          <p:nvPr/>
        </p:nvCxnSpPr>
        <p:spPr>
          <a:xfrm>
            <a:off x="5630849" y="2012619"/>
            <a:ext cx="0" cy="1823885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0B2D870-D975-DA09-2537-7114B356FECF}"/>
              </a:ext>
            </a:extLst>
          </p:cNvPr>
          <p:cNvCxnSpPr>
            <a:cxnSpLocks/>
          </p:cNvCxnSpPr>
          <p:nvPr/>
        </p:nvCxnSpPr>
        <p:spPr>
          <a:xfrm>
            <a:off x="4782710" y="3959360"/>
            <a:ext cx="699196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8BDA218-3AA4-FF2D-2BA3-9F4497E7F91E}"/>
              </a:ext>
            </a:extLst>
          </p:cNvPr>
          <p:cNvCxnSpPr>
            <a:cxnSpLocks/>
          </p:cNvCxnSpPr>
          <p:nvPr/>
        </p:nvCxnSpPr>
        <p:spPr>
          <a:xfrm>
            <a:off x="4280312" y="3706244"/>
            <a:ext cx="315542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F1906F1-AD0A-188F-E02B-5F7B76558D3C}"/>
              </a:ext>
            </a:extLst>
          </p:cNvPr>
          <p:cNvCxnSpPr>
            <a:cxnSpLocks/>
          </p:cNvCxnSpPr>
          <p:nvPr/>
        </p:nvCxnSpPr>
        <p:spPr>
          <a:xfrm>
            <a:off x="4453023" y="3213430"/>
            <a:ext cx="0" cy="492814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135DF1D-3A49-4BCC-DF2C-7CC7F46E5AD7}"/>
              </a:ext>
            </a:extLst>
          </p:cNvPr>
          <p:cNvCxnSpPr>
            <a:cxnSpLocks/>
          </p:cNvCxnSpPr>
          <p:nvPr/>
        </p:nvCxnSpPr>
        <p:spPr>
          <a:xfrm>
            <a:off x="4453023" y="3190738"/>
            <a:ext cx="1263965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AD31AD9-4CCB-121B-0F6F-D8A9E64C2CF0}"/>
              </a:ext>
            </a:extLst>
          </p:cNvPr>
          <p:cNvCxnSpPr>
            <a:cxnSpLocks/>
          </p:cNvCxnSpPr>
          <p:nvPr/>
        </p:nvCxnSpPr>
        <p:spPr>
          <a:xfrm>
            <a:off x="5917389" y="3274754"/>
            <a:ext cx="797488" cy="8337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D23267F-4B59-3A1D-CB08-72E4C0FBA6C5}"/>
              </a:ext>
            </a:extLst>
          </p:cNvPr>
          <p:cNvCxnSpPr>
            <a:cxnSpLocks/>
          </p:cNvCxnSpPr>
          <p:nvPr/>
        </p:nvCxnSpPr>
        <p:spPr>
          <a:xfrm>
            <a:off x="6751983" y="3274754"/>
            <a:ext cx="0" cy="137088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AABF000-F1E8-116C-5617-285B8E7F083D}"/>
              </a:ext>
            </a:extLst>
          </p:cNvPr>
          <p:cNvSpPr txBox="1"/>
          <p:nvPr/>
        </p:nvSpPr>
        <p:spPr>
          <a:xfrm>
            <a:off x="8108192" y="3510276"/>
            <a:ext cx="598540" cy="830997"/>
          </a:xfrm>
          <a:prstGeom prst="rect">
            <a:avLst/>
          </a:prstGeom>
          <a:noFill/>
          <a:effectLst>
            <a:glow rad="101600">
              <a:srgbClr val="FF000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effectLst>
                  <a:glow rad="63500">
                    <a:srgbClr val="FF0000">
                      <a:alpha val="40000"/>
                    </a:srgbClr>
                  </a:glow>
                </a:effectLst>
              </a:rPr>
              <a:t>1</a:t>
            </a:r>
            <a:endParaRPr lang="en-US" sz="1400" dirty="0">
              <a:solidFill>
                <a:srgbClr val="FF0000"/>
              </a:solidFill>
              <a:effectLst>
                <a:glow rad="63500">
                  <a:srgbClr val="FF0000">
                    <a:alpha val="40000"/>
                  </a:srgbClr>
                </a:glow>
              </a:effectLs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F478CC-FD63-AAB2-2DFF-FFE7A0C6C9CE}"/>
              </a:ext>
            </a:extLst>
          </p:cNvPr>
          <p:cNvSpPr txBox="1"/>
          <p:nvPr/>
        </p:nvSpPr>
        <p:spPr>
          <a:xfrm>
            <a:off x="3444098" y="3429000"/>
            <a:ext cx="289512" cy="461665"/>
          </a:xfrm>
          <a:prstGeom prst="rect">
            <a:avLst/>
          </a:prstGeom>
          <a:noFill/>
          <a:effectLst>
            <a:glow rad="101600">
              <a:srgbClr val="FF000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effectLst>
                  <a:glow rad="63500">
                    <a:srgbClr val="FF0000">
                      <a:alpha val="40000"/>
                    </a:srgbClr>
                  </a:glow>
                </a:effectLst>
              </a:rPr>
              <a:t>1</a:t>
            </a:r>
            <a:endParaRPr lang="en-US" sz="800" dirty="0">
              <a:solidFill>
                <a:srgbClr val="FF0000"/>
              </a:solidFill>
              <a:effectLst>
                <a:glow rad="63500">
                  <a:srgbClr val="FF0000">
                    <a:alpha val="40000"/>
                  </a:srgbClr>
                </a:glow>
              </a:effectLst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4977BD-728A-F16F-890F-959C3F2CF434}"/>
              </a:ext>
            </a:extLst>
          </p:cNvPr>
          <p:cNvSpPr txBox="1"/>
          <p:nvPr/>
        </p:nvSpPr>
        <p:spPr>
          <a:xfrm>
            <a:off x="3445657" y="1501647"/>
            <a:ext cx="289512" cy="461665"/>
          </a:xfrm>
          <a:prstGeom prst="rect">
            <a:avLst/>
          </a:prstGeom>
          <a:noFill/>
          <a:effectLst>
            <a:glow rad="101600">
              <a:srgbClr val="FF000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effectLst>
                  <a:glow rad="63500">
                    <a:srgbClr val="FF0000">
                      <a:alpha val="40000"/>
                    </a:srgbClr>
                  </a:glow>
                </a:effectLst>
              </a:rPr>
              <a:t>1</a:t>
            </a:r>
            <a:endParaRPr lang="en-US" sz="800" dirty="0">
              <a:solidFill>
                <a:srgbClr val="FF0000"/>
              </a:solidFill>
              <a:effectLst>
                <a:glow rad="63500">
                  <a:srgbClr val="FF00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9756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287F73-DC83-C40E-E41C-FB26B8492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995" y="0"/>
            <a:ext cx="5710009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88989C-DCDD-23CC-98C4-15CF9D6EC684}"/>
              </a:ext>
            </a:extLst>
          </p:cNvPr>
          <p:cNvSpPr/>
          <p:nvPr/>
        </p:nvSpPr>
        <p:spPr>
          <a:xfrm>
            <a:off x="3660219" y="1667089"/>
            <a:ext cx="562771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P1DIR.3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DCE216-D74A-FBD4-87BF-191798CA2437}"/>
              </a:ext>
            </a:extLst>
          </p:cNvPr>
          <p:cNvSpPr/>
          <p:nvPr/>
        </p:nvSpPr>
        <p:spPr>
          <a:xfrm>
            <a:off x="3589914" y="2406382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P1SEL2.3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74BE5B-DF3B-BE96-3613-6F8998032CDF}"/>
              </a:ext>
            </a:extLst>
          </p:cNvPr>
          <p:cNvSpPr/>
          <p:nvPr/>
        </p:nvSpPr>
        <p:spPr>
          <a:xfrm>
            <a:off x="3589914" y="2581193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P1SEL.3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8BF9AE-769A-5630-4AE3-B6419788B27D}"/>
              </a:ext>
            </a:extLst>
          </p:cNvPr>
          <p:cNvSpPr/>
          <p:nvPr/>
        </p:nvSpPr>
        <p:spPr>
          <a:xfrm>
            <a:off x="4682347" y="1355834"/>
            <a:ext cx="471399" cy="1287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P1SEL.0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081FD-EBD8-B383-5E69-363E5611FE91}"/>
              </a:ext>
            </a:extLst>
          </p:cNvPr>
          <p:cNvSpPr/>
          <p:nvPr/>
        </p:nvSpPr>
        <p:spPr>
          <a:xfrm>
            <a:off x="4537844" y="1290149"/>
            <a:ext cx="518696" cy="89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P1SEL2.0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198F5F-E3F6-06D3-048D-14D8E1D8B09D}"/>
              </a:ext>
            </a:extLst>
          </p:cNvPr>
          <p:cNvSpPr/>
          <p:nvPr/>
        </p:nvSpPr>
        <p:spPr>
          <a:xfrm>
            <a:off x="3612960" y="2759865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P1REN.3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4E1F5E-D806-4156-58FB-58BEA79DC2C5}"/>
              </a:ext>
            </a:extLst>
          </p:cNvPr>
          <p:cNvSpPr/>
          <p:nvPr/>
        </p:nvSpPr>
        <p:spPr>
          <a:xfrm>
            <a:off x="3635275" y="3586563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P1OUT.3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9D9BD4-3700-FA66-E900-E47775729C11}"/>
              </a:ext>
            </a:extLst>
          </p:cNvPr>
          <p:cNvSpPr/>
          <p:nvPr/>
        </p:nvSpPr>
        <p:spPr>
          <a:xfrm>
            <a:off x="3723318" y="6255161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P1SEL.3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DC8F86-354E-100C-5CF0-B5BD09C29133}"/>
              </a:ext>
            </a:extLst>
          </p:cNvPr>
          <p:cNvSpPr/>
          <p:nvPr/>
        </p:nvSpPr>
        <p:spPr>
          <a:xfrm>
            <a:off x="3723318" y="6404457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P1IES.3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855F10-E778-7F99-D7A4-E0733C7D8703}"/>
              </a:ext>
            </a:extLst>
          </p:cNvPr>
          <p:cNvSpPr/>
          <p:nvPr/>
        </p:nvSpPr>
        <p:spPr>
          <a:xfrm>
            <a:off x="3660219" y="5737978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P1IRQ.3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0E0F42-662D-9604-8C15-2066C42A3F04}"/>
              </a:ext>
            </a:extLst>
          </p:cNvPr>
          <p:cNvSpPr/>
          <p:nvPr/>
        </p:nvSpPr>
        <p:spPr>
          <a:xfrm>
            <a:off x="3663246" y="4813160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P1IN.3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75A1A5-9C79-9365-5C30-1859C454812E}"/>
              </a:ext>
            </a:extLst>
          </p:cNvPr>
          <p:cNvSpPr/>
          <p:nvPr/>
        </p:nvSpPr>
        <p:spPr>
          <a:xfrm>
            <a:off x="4676911" y="5525584"/>
            <a:ext cx="61265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P1IE.0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49533D-2104-DB9E-EBB0-F68C7CDD18C9}"/>
              </a:ext>
            </a:extLst>
          </p:cNvPr>
          <p:cNvSpPr/>
          <p:nvPr/>
        </p:nvSpPr>
        <p:spPr>
          <a:xfrm>
            <a:off x="4438445" y="6119210"/>
            <a:ext cx="612658" cy="127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P1IFG.0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6EC267-06BB-91F4-ACD0-D8EF4D885DDB}"/>
              </a:ext>
            </a:extLst>
          </p:cNvPr>
          <p:cNvSpPr/>
          <p:nvPr/>
        </p:nvSpPr>
        <p:spPr>
          <a:xfrm>
            <a:off x="3680098" y="1099432"/>
            <a:ext cx="562771" cy="1509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CAPD.3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2575A4-C660-07B4-B1FF-21EB2CDE130B}"/>
              </a:ext>
            </a:extLst>
          </p:cNvPr>
          <p:cNvSpPr/>
          <p:nvPr/>
        </p:nvSpPr>
        <p:spPr>
          <a:xfrm>
            <a:off x="3351593" y="1223125"/>
            <a:ext cx="931150" cy="1396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or ADC10AE.3*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BD0D68-C3A8-DADC-8337-C3E3E541F017}"/>
              </a:ext>
            </a:extLst>
          </p:cNvPr>
          <p:cNvSpPr/>
          <p:nvPr/>
        </p:nvSpPr>
        <p:spPr>
          <a:xfrm>
            <a:off x="3545119" y="851691"/>
            <a:ext cx="702247" cy="1307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INCHx</a:t>
            </a:r>
            <a:r>
              <a:rPr lang="en-US" sz="900" dirty="0">
                <a:solidFill>
                  <a:schemeClr val="tx1"/>
                </a:solidFill>
              </a:rPr>
              <a:t> = 0*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5D0398-389A-A911-1787-85EA08735992}"/>
              </a:ext>
            </a:extLst>
          </p:cNvPr>
          <p:cNvSpPr/>
          <p:nvPr/>
        </p:nvSpPr>
        <p:spPr>
          <a:xfrm>
            <a:off x="4683667" y="3283091"/>
            <a:ext cx="471399" cy="1287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P1SEL.0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26E7B4-4AA8-B857-6984-3DCCC58F2A5A}"/>
              </a:ext>
            </a:extLst>
          </p:cNvPr>
          <p:cNvSpPr/>
          <p:nvPr/>
        </p:nvSpPr>
        <p:spPr>
          <a:xfrm>
            <a:off x="4563020" y="3213430"/>
            <a:ext cx="518696" cy="893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P1SEL2.0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AC80995-718E-4AE2-4B94-DB119696A23F}"/>
              </a:ext>
            </a:extLst>
          </p:cNvPr>
          <p:cNvCxnSpPr>
            <a:cxnSpLocks/>
          </p:cNvCxnSpPr>
          <p:nvPr/>
        </p:nvCxnSpPr>
        <p:spPr>
          <a:xfrm>
            <a:off x="7581568" y="3962013"/>
            <a:ext cx="287573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9611BC7-0390-B981-9561-87C175EEF516}"/>
              </a:ext>
            </a:extLst>
          </p:cNvPr>
          <p:cNvCxnSpPr>
            <a:cxnSpLocks/>
          </p:cNvCxnSpPr>
          <p:nvPr/>
        </p:nvCxnSpPr>
        <p:spPr>
          <a:xfrm>
            <a:off x="6832060" y="3541071"/>
            <a:ext cx="86576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0B2D870-D975-DA09-2537-7114B356FECF}"/>
              </a:ext>
            </a:extLst>
          </p:cNvPr>
          <p:cNvCxnSpPr>
            <a:cxnSpLocks/>
          </p:cNvCxnSpPr>
          <p:nvPr/>
        </p:nvCxnSpPr>
        <p:spPr>
          <a:xfrm>
            <a:off x="4782710" y="3959360"/>
            <a:ext cx="699196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8BDA218-3AA4-FF2D-2BA3-9F4497E7F91E}"/>
              </a:ext>
            </a:extLst>
          </p:cNvPr>
          <p:cNvCxnSpPr>
            <a:cxnSpLocks/>
          </p:cNvCxnSpPr>
          <p:nvPr/>
        </p:nvCxnSpPr>
        <p:spPr>
          <a:xfrm>
            <a:off x="4280312" y="3706244"/>
            <a:ext cx="315542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F1906F1-AD0A-188F-E02B-5F7B76558D3C}"/>
              </a:ext>
            </a:extLst>
          </p:cNvPr>
          <p:cNvCxnSpPr>
            <a:cxnSpLocks/>
          </p:cNvCxnSpPr>
          <p:nvPr/>
        </p:nvCxnSpPr>
        <p:spPr>
          <a:xfrm>
            <a:off x="4453023" y="3213430"/>
            <a:ext cx="0" cy="492814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135DF1D-3A49-4BCC-DF2C-7CC7F46E5AD7}"/>
              </a:ext>
            </a:extLst>
          </p:cNvPr>
          <p:cNvCxnSpPr>
            <a:cxnSpLocks/>
          </p:cNvCxnSpPr>
          <p:nvPr/>
        </p:nvCxnSpPr>
        <p:spPr>
          <a:xfrm>
            <a:off x="4453023" y="3190738"/>
            <a:ext cx="1263965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AD31AD9-4CCB-121B-0F6F-D8A9E64C2CF0}"/>
              </a:ext>
            </a:extLst>
          </p:cNvPr>
          <p:cNvCxnSpPr>
            <a:cxnSpLocks/>
          </p:cNvCxnSpPr>
          <p:nvPr/>
        </p:nvCxnSpPr>
        <p:spPr>
          <a:xfrm>
            <a:off x="5917389" y="3274754"/>
            <a:ext cx="797488" cy="8337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D23267F-4B59-3A1D-CB08-72E4C0FBA6C5}"/>
              </a:ext>
            </a:extLst>
          </p:cNvPr>
          <p:cNvCxnSpPr>
            <a:cxnSpLocks/>
          </p:cNvCxnSpPr>
          <p:nvPr/>
        </p:nvCxnSpPr>
        <p:spPr>
          <a:xfrm>
            <a:off x="6751983" y="3274754"/>
            <a:ext cx="0" cy="137088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AABF000-F1E8-116C-5617-285B8E7F083D}"/>
              </a:ext>
            </a:extLst>
          </p:cNvPr>
          <p:cNvSpPr txBox="1"/>
          <p:nvPr/>
        </p:nvSpPr>
        <p:spPr>
          <a:xfrm>
            <a:off x="8108192" y="3510276"/>
            <a:ext cx="598540" cy="830997"/>
          </a:xfrm>
          <a:prstGeom prst="rect">
            <a:avLst/>
          </a:prstGeom>
          <a:noFill/>
          <a:effectLst>
            <a:glow rad="101600">
              <a:srgbClr val="FF000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effectLst>
                  <a:glow rad="63500">
                    <a:srgbClr val="FF0000">
                      <a:alpha val="40000"/>
                    </a:srgbClr>
                  </a:glow>
                </a:effectLst>
              </a:rPr>
              <a:t>1</a:t>
            </a:r>
            <a:endParaRPr lang="en-US" sz="1400" dirty="0">
              <a:solidFill>
                <a:srgbClr val="FF0000"/>
              </a:solidFill>
              <a:effectLst>
                <a:glow rad="63500">
                  <a:srgbClr val="FF0000">
                    <a:alpha val="40000"/>
                  </a:srgbClr>
                </a:glow>
              </a:effectLs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F478CC-FD63-AAB2-2DFF-FFE7A0C6C9CE}"/>
              </a:ext>
            </a:extLst>
          </p:cNvPr>
          <p:cNvSpPr txBox="1"/>
          <p:nvPr/>
        </p:nvSpPr>
        <p:spPr>
          <a:xfrm>
            <a:off x="3444098" y="3429000"/>
            <a:ext cx="289512" cy="461665"/>
          </a:xfrm>
          <a:prstGeom prst="rect">
            <a:avLst/>
          </a:prstGeom>
          <a:noFill/>
          <a:effectLst>
            <a:glow rad="101600">
              <a:srgbClr val="FF000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effectLst>
                  <a:glow rad="63500">
                    <a:srgbClr val="FF0000">
                      <a:alpha val="40000"/>
                    </a:srgbClr>
                  </a:glow>
                </a:effectLst>
              </a:rPr>
              <a:t>1</a:t>
            </a:r>
            <a:endParaRPr lang="en-US" sz="800" dirty="0">
              <a:solidFill>
                <a:srgbClr val="FF0000"/>
              </a:solidFill>
              <a:effectLst>
                <a:glow rad="63500">
                  <a:srgbClr val="FF0000">
                    <a:alpha val="40000"/>
                  </a:srgbClr>
                </a:glow>
              </a:effectLst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4977BD-728A-F16F-890F-959C3F2CF434}"/>
              </a:ext>
            </a:extLst>
          </p:cNvPr>
          <p:cNvSpPr txBox="1"/>
          <p:nvPr/>
        </p:nvSpPr>
        <p:spPr>
          <a:xfrm>
            <a:off x="3444098" y="1529407"/>
            <a:ext cx="289512" cy="461665"/>
          </a:xfrm>
          <a:prstGeom prst="rect">
            <a:avLst/>
          </a:prstGeom>
          <a:noFill/>
          <a:effectLst>
            <a:glow rad="101600">
              <a:schemeClr val="tx1">
                <a:alpha val="6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tx1">
                      <a:alpha val="40000"/>
                    </a:schemeClr>
                  </a:glow>
                </a:effectLst>
              </a:rPr>
              <a:t>0</a:t>
            </a:r>
            <a:endParaRPr lang="en-US" sz="800" dirty="0">
              <a:solidFill>
                <a:schemeClr val="bg1">
                  <a:lumMod val="95000"/>
                </a:schemeClr>
              </a:solidFill>
              <a:effectLst>
                <a:glow rad="63500">
                  <a:schemeClr val="tx1">
                    <a:alpha val="40000"/>
                  </a:schemeClr>
                </a:glow>
              </a:effectLst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17A4E31-2C1F-4F8F-F4CA-E309A3094C07}"/>
              </a:ext>
            </a:extLst>
          </p:cNvPr>
          <p:cNvCxnSpPr>
            <a:cxnSpLocks/>
          </p:cNvCxnSpPr>
          <p:nvPr/>
        </p:nvCxnSpPr>
        <p:spPr>
          <a:xfrm>
            <a:off x="4272877" y="2847270"/>
            <a:ext cx="54949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0D4935C-7CAE-DD89-F7D4-55AD0B7A6B27}"/>
              </a:ext>
            </a:extLst>
          </p:cNvPr>
          <p:cNvSpPr txBox="1"/>
          <p:nvPr/>
        </p:nvSpPr>
        <p:spPr>
          <a:xfrm>
            <a:off x="3468204" y="2616437"/>
            <a:ext cx="289512" cy="461665"/>
          </a:xfrm>
          <a:prstGeom prst="rect">
            <a:avLst/>
          </a:prstGeom>
          <a:noFill/>
          <a:effectLst>
            <a:glow rad="101600">
              <a:srgbClr val="FF000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effectLst>
                  <a:glow rad="63500">
                    <a:srgbClr val="FF0000">
                      <a:alpha val="40000"/>
                    </a:srgbClr>
                  </a:glow>
                </a:effectLst>
              </a:rPr>
              <a:t>1</a:t>
            </a:r>
            <a:endParaRPr lang="en-US" sz="800" dirty="0">
              <a:solidFill>
                <a:srgbClr val="FF0000"/>
              </a:solidFill>
              <a:effectLst>
                <a:glow rad="63500">
                  <a:srgbClr val="FF0000">
                    <a:alpha val="40000"/>
                  </a:srgbClr>
                </a:glow>
              </a:effectLst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7D3ACA-2F4A-9932-A9D3-707E0266FF8A}"/>
              </a:ext>
            </a:extLst>
          </p:cNvPr>
          <p:cNvCxnSpPr>
            <a:cxnSpLocks/>
          </p:cNvCxnSpPr>
          <p:nvPr/>
        </p:nvCxnSpPr>
        <p:spPr>
          <a:xfrm>
            <a:off x="5014823" y="2934676"/>
            <a:ext cx="2073398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77EEA44-D630-EB16-F556-89073740BE43}"/>
              </a:ext>
            </a:extLst>
          </p:cNvPr>
          <p:cNvCxnSpPr>
            <a:cxnSpLocks/>
          </p:cNvCxnSpPr>
          <p:nvPr/>
        </p:nvCxnSpPr>
        <p:spPr>
          <a:xfrm>
            <a:off x="7088221" y="2967023"/>
            <a:ext cx="0" cy="492814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581819-3B25-A645-31CD-89E8ABA3A4B5}"/>
              </a:ext>
            </a:extLst>
          </p:cNvPr>
          <p:cNvCxnSpPr>
            <a:cxnSpLocks/>
          </p:cNvCxnSpPr>
          <p:nvPr/>
        </p:nvCxnSpPr>
        <p:spPr>
          <a:xfrm>
            <a:off x="7697821" y="3541071"/>
            <a:ext cx="0" cy="1102265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B2C1905-DC29-AE42-3311-DCAF0CFFA403}"/>
              </a:ext>
            </a:extLst>
          </p:cNvPr>
          <p:cNvCxnSpPr>
            <a:cxnSpLocks/>
          </p:cNvCxnSpPr>
          <p:nvPr/>
        </p:nvCxnSpPr>
        <p:spPr>
          <a:xfrm>
            <a:off x="7581568" y="4643336"/>
            <a:ext cx="116253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6DBA0D7-2303-DDC3-B725-6DE1ABAE67C2}"/>
              </a:ext>
            </a:extLst>
          </p:cNvPr>
          <p:cNvCxnSpPr>
            <a:cxnSpLocks/>
          </p:cNvCxnSpPr>
          <p:nvPr/>
        </p:nvCxnSpPr>
        <p:spPr>
          <a:xfrm>
            <a:off x="5823626" y="4643336"/>
            <a:ext cx="1489952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1C4AFAC-FB7A-33F9-B926-B9CE0EC6BC72}"/>
              </a:ext>
            </a:extLst>
          </p:cNvPr>
          <p:cNvCxnSpPr>
            <a:cxnSpLocks/>
          </p:cNvCxnSpPr>
          <p:nvPr/>
        </p:nvCxnSpPr>
        <p:spPr>
          <a:xfrm>
            <a:off x="4306127" y="4900565"/>
            <a:ext cx="1745395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262D505-57AE-300D-9183-F3AE25486599}"/>
              </a:ext>
            </a:extLst>
          </p:cNvPr>
          <p:cNvSpPr txBox="1"/>
          <p:nvPr/>
        </p:nvSpPr>
        <p:spPr>
          <a:xfrm>
            <a:off x="3468204" y="4641823"/>
            <a:ext cx="289512" cy="461665"/>
          </a:xfrm>
          <a:prstGeom prst="rect">
            <a:avLst/>
          </a:prstGeom>
          <a:noFill/>
          <a:effectLst>
            <a:glow rad="101600">
              <a:srgbClr val="FF000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effectLst>
                  <a:glow rad="63500">
                    <a:srgbClr val="FF0000">
                      <a:alpha val="40000"/>
                    </a:srgbClr>
                  </a:glow>
                </a:effectLst>
              </a:rPr>
              <a:t>1</a:t>
            </a:r>
            <a:endParaRPr lang="en-US" sz="800" dirty="0">
              <a:solidFill>
                <a:srgbClr val="FF0000"/>
              </a:solidFill>
              <a:effectLst>
                <a:glow rad="63500">
                  <a:srgbClr val="FF0000">
                    <a:alpha val="40000"/>
                  </a:srgbClr>
                </a:glow>
              </a:effectLst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10244C0-BE8B-61F9-95FF-4DAF88A6C521}"/>
              </a:ext>
            </a:extLst>
          </p:cNvPr>
          <p:cNvCxnSpPr>
            <a:cxnSpLocks/>
          </p:cNvCxnSpPr>
          <p:nvPr/>
        </p:nvCxnSpPr>
        <p:spPr>
          <a:xfrm>
            <a:off x="6070055" y="4644302"/>
            <a:ext cx="0" cy="256263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132B1F1-A25D-A96A-80CC-A68D93244D9F}"/>
              </a:ext>
            </a:extLst>
          </p:cNvPr>
          <p:cNvCxnSpPr>
            <a:cxnSpLocks/>
          </p:cNvCxnSpPr>
          <p:nvPr/>
        </p:nvCxnSpPr>
        <p:spPr>
          <a:xfrm>
            <a:off x="6568602" y="3615429"/>
            <a:ext cx="82325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69469CA-29F4-B63D-4078-F14BD6E79EAB}"/>
              </a:ext>
            </a:extLst>
          </p:cNvPr>
          <p:cNvSpPr txBox="1"/>
          <p:nvPr/>
        </p:nvSpPr>
        <p:spPr>
          <a:xfrm>
            <a:off x="6012550" y="3382772"/>
            <a:ext cx="289512" cy="461665"/>
          </a:xfrm>
          <a:prstGeom prst="rect">
            <a:avLst/>
          </a:prstGeom>
          <a:noFill/>
          <a:effectLst>
            <a:glow rad="101600">
              <a:srgbClr val="FF0000">
                <a:alpha val="60000"/>
              </a:srgb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effectLst>
                  <a:glow rad="63500">
                    <a:srgbClr val="FF0000">
                      <a:alpha val="40000"/>
                    </a:srgbClr>
                  </a:glow>
                </a:effectLst>
              </a:rPr>
              <a:t>1</a:t>
            </a:r>
            <a:endParaRPr lang="en-US" sz="800" dirty="0">
              <a:solidFill>
                <a:srgbClr val="FF0000"/>
              </a:solidFill>
              <a:effectLst>
                <a:glow rad="63500">
                  <a:srgbClr val="FF00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8700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230</Words>
  <Application>Microsoft Office PowerPoint</Application>
  <PresentationFormat>Widescreen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Shue</dc:creator>
  <cp:lastModifiedBy>Sam Shue</cp:lastModifiedBy>
  <cp:revision>26</cp:revision>
  <dcterms:created xsi:type="dcterms:W3CDTF">2022-05-30T13:44:24Z</dcterms:created>
  <dcterms:modified xsi:type="dcterms:W3CDTF">2024-04-12T16:47:41Z</dcterms:modified>
</cp:coreProperties>
</file>