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AFF1-61DB-CA5F-2461-31DB5B35F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EB5E5-B1C5-70D7-E448-95715CAA0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A4530-4881-F893-1F0F-6960EF7C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5673F-6FF8-A549-78CD-108E706B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F05E6-FE5E-C5A9-7BAA-E2312F57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7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A73E-0B5C-E751-86D8-A523BD17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A0AC2-C88B-4379-036C-0E96B245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46C40-A489-EDFC-0B17-1F104196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6BBA6-AE22-F0FD-0EBA-D34E5701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6626-F23F-2CED-D719-B2DF0C57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3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2619-958F-820E-F148-72BFFFD95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EDBA2-02A4-63C1-3B93-3F6E7A206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BAAC5-CA8C-9A98-BA02-0E81FBDA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03561-FF63-52C1-36B1-D8267FBC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CB606-BCEF-35A8-18C8-E049ABE0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3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FDD4-A682-8ED3-971C-3EFB326E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C130A-ACA6-5E13-F3ED-7BCE2D4A0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BAFF7-78D6-A099-93B4-E863130EB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A0D03-4CF3-CF0D-0985-7C20AC55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61705-2C6E-373B-B6D5-071F02B7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D14A3-6089-D501-9ADB-B2620300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DD2D-AAF4-C0C7-E32E-529D4832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96F12-BEE6-F455-AAB5-17657ABBB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AF352-BA57-10A4-B034-6ACEE50EE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CF01B-ACC1-257A-5204-CACF7EF95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5121F-957A-6F1A-1379-6B42C4A432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1DFB6-40E5-37A1-5ED4-A2AA706E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4E3F1-8E33-0C4F-B445-034571C5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26E82-5209-2A0A-CB22-BCF7D52A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8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654B-7644-04C2-40AD-9A7EEBB01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19439-C153-DAA6-C307-CDBB5BB2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195E0-7418-DA1B-71E7-9C93A56D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3349E-95CC-816C-A58F-DEC50B0A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A6FB6-C967-5D4A-9286-9C7CBD16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9A6B6-BE79-F02A-9E68-73FDECB8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0321A-FB89-770D-64D8-BD9A5C6AD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2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CB19-3BCF-C83A-EF2A-84F3AB042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DC00E-5727-E08B-2AC7-B3A0C1C81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ED650-A790-9F6B-B48E-5758ABFA3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F17D2-7990-53DC-9AD6-AE33D196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A3ECD-E5CB-600B-AEA3-FBFD2DC3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93E3D-1DDF-8602-C2D3-D8891934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9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B790-2BB0-DBBE-E051-D3654298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DF76F-158D-DB85-2C9D-993EE710B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E0BDE-0D3B-B980-DC30-7183F6365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B2D08-805A-C0DF-4822-187FC03B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79A3C-012C-BA07-E7B1-A5DEDFD9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12663-ABC1-B6D7-7974-609B32FB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4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63C2-09FA-F767-12E2-1F9BDFC4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1E923-6F33-517D-002F-71B9A144E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C42CA-A491-8342-6CD5-0C5B8E330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A93EB-9A32-EBEA-4472-70ACBD22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53F2B-772F-9A65-E130-6619FEE4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4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962A0-EBF3-3B0B-56D2-C81B133D2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2B79C-F317-6D35-200E-E0F10E153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196B9-8C2E-10FB-538E-085BFAC5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8D01-865A-21B6-1F95-28C9617D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56248-36C7-E6C7-CD86-60E28E1A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4623D-A4A5-B92E-B1DB-AD70BCD8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2637F-3EF3-FA39-160A-8F03024FD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1DC21-048F-8E4A-CD3C-8FA17A228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1B92C-B13D-4A69-98B5-DA81EA7269B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EB57C-1231-D8AD-80B6-CEFCF1E9E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832E4-25A3-97F4-0E9A-B2529845A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2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Right 10">
            <a:extLst>
              <a:ext uri="{FF2B5EF4-FFF2-40B4-BE49-F238E27FC236}">
                <a16:creationId xmlns:a16="http://schemas.microsoft.com/office/drawing/2014/main" id="{EC5FC180-1813-F4C0-7658-499A1692AE14}"/>
              </a:ext>
            </a:extLst>
          </p:cNvPr>
          <p:cNvSpPr/>
          <p:nvPr/>
        </p:nvSpPr>
        <p:spPr>
          <a:xfrm>
            <a:off x="8493128" y="2365375"/>
            <a:ext cx="498473" cy="5461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1849F95-0CB2-9355-E6D8-1EA9FB7067C9}"/>
              </a:ext>
            </a:extLst>
          </p:cNvPr>
          <p:cNvSpPr/>
          <p:nvPr/>
        </p:nvSpPr>
        <p:spPr>
          <a:xfrm>
            <a:off x="2479678" y="2359025"/>
            <a:ext cx="498473" cy="5461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6D7CD-A9E0-4FE5-6590-C934CAC81AAC}"/>
              </a:ext>
            </a:extLst>
          </p:cNvPr>
          <p:cNvSpPr/>
          <p:nvPr/>
        </p:nvSpPr>
        <p:spPr>
          <a:xfrm>
            <a:off x="2978151" y="996951"/>
            <a:ext cx="5511800" cy="4248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2EBF12-9E74-3D06-A720-FF92D5BE60D8}"/>
              </a:ext>
            </a:extLst>
          </p:cNvPr>
          <p:cNvSpPr/>
          <p:nvPr/>
        </p:nvSpPr>
        <p:spPr>
          <a:xfrm>
            <a:off x="3200400" y="1225550"/>
            <a:ext cx="5111750" cy="10858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90CD41-7E90-4D8A-6C72-B1E0C5458B24}"/>
              </a:ext>
            </a:extLst>
          </p:cNvPr>
          <p:cNvSpPr/>
          <p:nvPr/>
        </p:nvSpPr>
        <p:spPr>
          <a:xfrm>
            <a:off x="3200400" y="2952750"/>
            <a:ext cx="5111750" cy="2057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Processor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5C15BE-98AE-DB92-54EA-42F7B0DF0387}"/>
              </a:ext>
            </a:extLst>
          </p:cNvPr>
          <p:cNvSpPr/>
          <p:nvPr/>
        </p:nvSpPr>
        <p:spPr>
          <a:xfrm>
            <a:off x="3327400" y="3302000"/>
            <a:ext cx="2222500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193C2-6F54-F5E9-FD42-843576690AFE}"/>
              </a:ext>
            </a:extLst>
          </p:cNvPr>
          <p:cNvSpPr/>
          <p:nvPr/>
        </p:nvSpPr>
        <p:spPr>
          <a:xfrm>
            <a:off x="5969002" y="3302000"/>
            <a:ext cx="2222500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8FE59-12F8-1018-E152-241796149FAC}"/>
              </a:ext>
            </a:extLst>
          </p:cNvPr>
          <p:cNvSpPr/>
          <p:nvPr/>
        </p:nvSpPr>
        <p:spPr>
          <a:xfrm>
            <a:off x="8988424" y="2089150"/>
            <a:ext cx="2270125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9B9B38-5E03-A3DB-16D3-B4032C6DA930}"/>
              </a:ext>
            </a:extLst>
          </p:cNvPr>
          <p:cNvSpPr/>
          <p:nvPr/>
        </p:nvSpPr>
        <p:spPr>
          <a:xfrm>
            <a:off x="206376" y="2089150"/>
            <a:ext cx="2270125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7D66BE3-329C-289F-42A4-5D3003EFF995}"/>
              </a:ext>
            </a:extLst>
          </p:cNvPr>
          <p:cNvSpPr/>
          <p:nvPr/>
        </p:nvSpPr>
        <p:spPr>
          <a:xfrm rot="16200000">
            <a:off x="5003801" y="2508250"/>
            <a:ext cx="641350" cy="24765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5582B1A-FAD6-4080-2E6B-8182AE52C863}"/>
              </a:ext>
            </a:extLst>
          </p:cNvPr>
          <p:cNvSpPr/>
          <p:nvPr/>
        </p:nvSpPr>
        <p:spPr>
          <a:xfrm rot="16200000" flipH="1">
            <a:off x="5775325" y="2508252"/>
            <a:ext cx="641351" cy="24765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5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Right 10">
            <a:extLst>
              <a:ext uri="{FF2B5EF4-FFF2-40B4-BE49-F238E27FC236}">
                <a16:creationId xmlns:a16="http://schemas.microsoft.com/office/drawing/2014/main" id="{EC5FC180-1813-F4C0-7658-499A1692AE14}"/>
              </a:ext>
            </a:extLst>
          </p:cNvPr>
          <p:cNvSpPr/>
          <p:nvPr/>
        </p:nvSpPr>
        <p:spPr>
          <a:xfrm>
            <a:off x="8493128" y="2365375"/>
            <a:ext cx="498473" cy="5461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1849F95-0CB2-9355-E6D8-1EA9FB7067C9}"/>
              </a:ext>
            </a:extLst>
          </p:cNvPr>
          <p:cNvSpPr/>
          <p:nvPr/>
        </p:nvSpPr>
        <p:spPr>
          <a:xfrm>
            <a:off x="2479678" y="2359025"/>
            <a:ext cx="498473" cy="5461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6D7CD-A9E0-4FE5-6590-C934CAC81AAC}"/>
              </a:ext>
            </a:extLst>
          </p:cNvPr>
          <p:cNvSpPr/>
          <p:nvPr/>
        </p:nvSpPr>
        <p:spPr>
          <a:xfrm>
            <a:off x="2978151" y="996951"/>
            <a:ext cx="5511800" cy="4248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2EBF12-9E74-3D06-A720-FF92D5BE60D8}"/>
              </a:ext>
            </a:extLst>
          </p:cNvPr>
          <p:cNvSpPr/>
          <p:nvPr/>
        </p:nvSpPr>
        <p:spPr>
          <a:xfrm>
            <a:off x="3200400" y="1225550"/>
            <a:ext cx="5111750" cy="10858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90CD41-7E90-4D8A-6C72-B1E0C5458B24}"/>
              </a:ext>
            </a:extLst>
          </p:cNvPr>
          <p:cNvSpPr/>
          <p:nvPr/>
        </p:nvSpPr>
        <p:spPr>
          <a:xfrm>
            <a:off x="3200400" y="2952750"/>
            <a:ext cx="5111750" cy="2057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5C15BE-98AE-DB92-54EA-42F7B0DF0387}"/>
              </a:ext>
            </a:extLst>
          </p:cNvPr>
          <p:cNvSpPr/>
          <p:nvPr/>
        </p:nvSpPr>
        <p:spPr>
          <a:xfrm>
            <a:off x="3327400" y="3302000"/>
            <a:ext cx="2222500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193C2-6F54-F5E9-FD42-843576690AFE}"/>
              </a:ext>
            </a:extLst>
          </p:cNvPr>
          <p:cNvSpPr/>
          <p:nvPr/>
        </p:nvSpPr>
        <p:spPr>
          <a:xfrm>
            <a:off x="5969002" y="3302000"/>
            <a:ext cx="2222500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8FE59-12F8-1018-E152-241796149FAC}"/>
              </a:ext>
            </a:extLst>
          </p:cNvPr>
          <p:cNvSpPr/>
          <p:nvPr/>
        </p:nvSpPr>
        <p:spPr>
          <a:xfrm>
            <a:off x="8988424" y="2089150"/>
            <a:ext cx="2270125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9B9B38-5E03-A3DB-16D3-B4032C6DA930}"/>
              </a:ext>
            </a:extLst>
          </p:cNvPr>
          <p:cNvSpPr/>
          <p:nvPr/>
        </p:nvSpPr>
        <p:spPr>
          <a:xfrm>
            <a:off x="206376" y="2089150"/>
            <a:ext cx="2270125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7D66BE3-329C-289F-42A4-5D3003EFF995}"/>
              </a:ext>
            </a:extLst>
          </p:cNvPr>
          <p:cNvSpPr/>
          <p:nvPr/>
        </p:nvSpPr>
        <p:spPr>
          <a:xfrm rot="16200000">
            <a:off x="5003801" y="2508250"/>
            <a:ext cx="641350" cy="24765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5582B1A-FAD6-4080-2E6B-8182AE52C863}"/>
              </a:ext>
            </a:extLst>
          </p:cNvPr>
          <p:cNvSpPr/>
          <p:nvPr/>
        </p:nvSpPr>
        <p:spPr>
          <a:xfrm rot="16200000" flipH="1">
            <a:off x="5775325" y="2508252"/>
            <a:ext cx="641351" cy="24765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2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75682-74D1-CE9B-8211-114218A71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98" y="1249126"/>
            <a:ext cx="3391074" cy="44769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9462718-EF5A-112F-E12A-A9760416A25B}"/>
              </a:ext>
            </a:extLst>
          </p:cNvPr>
          <p:cNvSpPr/>
          <p:nvPr/>
        </p:nvSpPr>
        <p:spPr>
          <a:xfrm>
            <a:off x="5894120" y="3619340"/>
            <a:ext cx="302608" cy="128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13A9613-D3D8-5155-AB3E-FD7B452CA7F4}"/>
              </a:ext>
            </a:extLst>
          </p:cNvPr>
          <p:cNvSpPr/>
          <p:nvPr/>
        </p:nvSpPr>
        <p:spPr>
          <a:xfrm>
            <a:off x="7708900" y="1358900"/>
            <a:ext cx="444500" cy="1600200"/>
          </a:xfrm>
          <a:prstGeom prst="rightBrac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C28035-DC03-9363-41A8-9E3CED04D06C}"/>
              </a:ext>
            </a:extLst>
          </p:cNvPr>
          <p:cNvSpPr txBox="1"/>
          <p:nvPr/>
        </p:nvSpPr>
        <p:spPr>
          <a:xfrm>
            <a:off x="8153400" y="1897390"/>
            <a:ext cx="396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4D9C850-BE33-A6C9-522A-8B125D32DCAA}"/>
              </a:ext>
            </a:extLst>
          </p:cNvPr>
          <p:cNvSpPr/>
          <p:nvPr/>
        </p:nvSpPr>
        <p:spPr>
          <a:xfrm>
            <a:off x="7718072" y="3068874"/>
            <a:ext cx="444500" cy="2540000"/>
          </a:xfrm>
          <a:prstGeom prst="rightBrac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35125-2A13-C7DB-D28E-C3938A1C72BF}"/>
              </a:ext>
            </a:extLst>
          </p:cNvPr>
          <p:cNvSpPr txBox="1"/>
          <p:nvPr/>
        </p:nvSpPr>
        <p:spPr>
          <a:xfrm>
            <a:off x="8162572" y="4077264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51940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18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Shue</dc:creator>
  <cp:lastModifiedBy>Sam Shue</cp:lastModifiedBy>
  <cp:revision>7</cp:revision>
  <dcterms:created xsi:type="dcterms:W3CDTF">2024-05-02T12:32:41Z</dcterms:created>
  <dcterms:modified xsi:type="dcterms:W3CDTF">2024-05-03T12:58:43Z</dcterms:modified>
</cp:coreProperties>
</file>