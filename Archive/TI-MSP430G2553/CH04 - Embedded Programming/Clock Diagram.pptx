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3" r:id="rId2"/>
    <p:sldId id="345" r:id="rId3"/>
    <p:sldId id="344" r:id="rId4"/>
    <p:sldId id="347" r:id="rId5"/>
    <p:sldId id="34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35A2C-C73A-7567-B123-BDFF8CCBF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6C2D6-3F9B-C708-46C2-268BC40C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725E4-A913-B924-42B3-7E2733EAD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44E0-14EA-4768-8EBC-0B6E7D59DDAE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00963-C3E3-EC83-AFC6-0F548399C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F4FC0-08A3-F20F-B876-01445F10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5989-B568-490A-8936-81AE753A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7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E6349-C742-486C-527C-20DF02F5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CD4EB-B068-737E-CEC8-58865533D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1A7C5-54B9-F9AA-E271-AF99CD19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44E0-14EA-4768-8EBC-0B6E7D59DDAE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0A8C5-8CAD-1B98-35BE-77ADD8C04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D41C1-A2D1-0BEA-A233-637ACD39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5989-B568-490A-8936-81AE753A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0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C0FF-D594-CA4A-6728-28575BBDC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D3FEE-539B-F703-91FD-EBE26E97E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3AA93-56ED-B100-B00E-49AD7FE84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44E0-14EA-4768-8EBC-0B6E7D59DDAE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E8F43-B49E-9DAE-FFB5-698D596F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4DAB8-C124-825E-FBA2-9732178C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5989-B568-490A-8936-81AE753A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86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2ED6-3A81-A177-A7A3-0510CC0A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00ED3-1185-DDF4-3BA1-CDAAECD19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8FF56-5FE3-EFD0-0743-ECDEEDC6D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66B53-064D-C5E8-4503-D44709E9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44E0-14EA-4768-8EBC-0B6E7D59DDAE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D91AF-E0B2-7245-A00B-72C8D1CA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5949A-080F-F5CF-5EAA-2D690783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5989-B568-490A-8936-81AE753A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06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4BEE-47DC-FA77-42B0-B2CE831F4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BA41D-9715-5254-068B-FCF3FA740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D1051-0E06-2AC0-6630-10E6607D9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8383B-9623-4E59-BE96-87A619988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5426E7-D009-DCAC-A345-ACB2D5C26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25B34A-436F-CC6C-4B4D-1989C03FD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44E0-14EA-4768-8EBC-0B6E7D59DDAE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27EED-7062-B7A1-128C-352D4533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F6FA8C-AA38-7005-D22C-0ABCCD36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5989-B568-490A-8936-81AE753A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1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48B1C-2556-DED1-2D35-736AB3A41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D33627-1B68-6042-87EF-0DD749750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44E0-14EA-4768-8EBC-0B6E7D59DDAE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DC3C88-8916-FF8B-F76F-87D55B1C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C4E82-2815-9DD4-4B3B-B5A18667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5989-B568-490A-8936-81AE753A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78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8F1C9-C4FA-FA76-8178-985A4C5E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44E0-14EA-4768-8EBC-0B6E7D59DDAE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AE9BBD-70AA-02E1-BFD2-E81D5C81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67CB0-F91A-C0E1-B3F7-BD19BA37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5989-B568-490A-8936-81AE753A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1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17233-E97F-E87B-FE95-B1997F568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8780A-798E-4BFC-DE48-2C57ECB9B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0F8D4-34B6-164A-FF86-0106934F6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73200-8A08-A98C-F306-319960C6F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44E0-14EA-4768-8EBC-0B6E7D59DDAE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4F024-91A8-E31A-8D0E-97DC115D0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3661A-F4B7-118A-B28C-33E017A4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5989-B568-490A-8936-81AE753A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66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FB2F-67E4-BF41-7DF4-219DB2189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47648-9023-1F4A-6571-3A50B947F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45D24-DD09-B8AA-839B-BED5020C8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37B16-4152-69AF-FF04-834683A8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44E0-14EA-4768-8EBC-0B6E7D59DDAE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C56EE-CD00-CD7D-1590-EF79E387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56D4D-EC7E-B5A4-547C-152C0EF8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5989-B568-490A-8936-81AE753A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2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EFA8-6C9F-E448-8B62-876B6F31B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1E290-3BA7-B221-2EEE-08B0852A5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7C776-25B4-06D4-358A-7F2837FE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44E0-14EA-4768-8EBC-0B6E7D59DDAE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B9B7A-4DF0-87B5-4586-DFA593E0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86E2D-E9B5-091D-55B4-962E3310A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5989-B568-490A-8936-81AE753A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97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0535BE-047D-9336-268D-92C2CC613D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E9C4D-94C1-52CE-E8B6-F848B0264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3B643-D9A5-4D7F-397F-F44828C63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B44E0-14EA-4768-8EBC-0B6E7D59DDAE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60849-45D8-9D52-95EE-2ADBCB31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E54B8-F97C-52FB-A532-F7B44774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5989-B568-490A-8936-81AE753A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10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3549AF-9DB7-C98F-50FA-99A32384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23954-5DAE-E6AC-D88B-7A22CC120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6C11-2851-7CFB-CAA3-005671C9B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AB44E0-14EA-4768-8EBC-0B6E7D59DDAE}" type="datetimeFigureOut">
              <a:rPr lang="en-US" smtClean="0"/>
              <a:t>6/19/2024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2B477-AB38-45B3-7ED4-64CFE2467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BD388-0AA4-F14C-48DC-B0652F24D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B5989-B568-490A-8936-81AE753A4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74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EE4079-3EA5-CC42-603B-5926026DE2E3}"/>
              </a:ext>
            </a:extLst>
          </p:cNvPr>
          <p:cNvSpPr/>
          <p:nvPr/>
        </p:nvSpPr>
        <p:spPr>
          <a:xfrm>
            <a:off x="1956184" y="2178479"/>
            <a:ext cx="2213479" cy="24707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Sources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599B0C-509E-82A0-A83E-D0E4EB1678DC}"/>
              </a:ext>
            </a:extLst>
          </p:cNvPr>
          <p:cNvSpPr/>
          <p:nvPr/>
        </p:nvSpPr>
        <p:spPr>
          <a:xfrm>
            <a:off x="2373393" y="2580815"/>
            <a:ext cx="1412590" cy="5044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DCOCLK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28B300-B66E-E2A3-B8C1-EB66C975104F}"/>
              </a:ext>
            </a:extLst>
          </p:cNvPr>
          <p:cNvSpPr/>
          <p:nvPr/>
        </p:nvSpPr>
        <p:spPr>
          <a:xfrm>
            <a:off x="2373393" y="3205129"/>
            <a:ext cx="1412590" cy="5044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VLOCLK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91C98-E909-2F2B-7824-85C2E19AC3AC}"/>
              </a:ext>
            </a:extLst>
          </p:cNvPr>
          <p:cNvSpPr/>
          <p:nvPr/>
        </p:nvSpPr>
        <p:spPr>
          <a:xfrm>
            <a:off x="2373393" y="3854667"/>
            <a:ext cx="1412590" cy="5044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LFXT1CLK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F4D8F5-9126-943B-1D93-DC35C6F4AB05}"/>
              </a:ext>
            </a:extLst>
          </p:cNvPr>
          <p:cNvSpPr/>
          <p:nvPr/>
        </p:nvSpPr>
        <p:spPr>
          <a:xfrm>
            <a:off x="4814893" y="2208749"/>
            <a:ext cx="2213479" cy="24405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Signals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B1D1E3-48F4-D071-919D-934CC1601AB1}"/>
              </a:ext>
            </a:extLst>
          </p:cNvPr>
          <p:cNvSpPr/>
          <p:nvPr/>
        </p:nvSpPr>
        <p:spPr>
          <a:xfrm>
            <a:off x="5161736" y="2580815"/>
            <a:ext cx="1412590" cy="5044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MCLK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D395DA-56FD-5F88-056B-2B8A9278314B}"/>
              </a:ext>
            </a:extLst>
          </p:cNvPr>
          <p:cNvSpPr/>
          <p:nvPr/>
        </p:nvSpPr>
        <p:spPr>
          <a:xfrm>
            <a:off x="5161736" y="3205129"/>
            <a:ext cx="1412590" cy="5044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SMCLK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4F2247-1AFC-3DBF-07C8-81861D6CF1E4}"/>
              </a:ext>
            </a:extLst>
          </p:cNvPr>
          <p:cNvSpPr/>
          <p:nvPr/>
        </p:nvSpPr>
        <p:spPr>
          <a:xfrm>
            <a:off x="5161736" y="3854667"/>
            <a:ext cx="1412590" cy="5044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ACLK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C0345-6441-A892-1893-D479C9A08575}"/>
              </a:ext>
            </a:extLst>
          </p:cNvPr>
          <p:cNvSpPr/>
          <p:nvPr/>
        </p:nvSpPr>
        <p:spPr>
          <a:xfrm>
            <a:off x="7739503" y="2855112"/>
            <a:ext cx="1542917" cy="129278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ADC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433655A-AC87-B21C-C412-81758EF9D88B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3785983" y="3457377"/>
            <a:ext cx="1375753" cy="649538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5CAF84D-04A4-9CBC-7B03-40D83AA6B0FB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6599655" y="3501507"/>
            <a:ext cx="1139848" cy="646394"/>
          </a:xfrm>
          <a:prstGeom prst="bentConnector3">
            <a:avLst>
              <a:gd name="adj1" fmla="val 5561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76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31A6E94-216B-E8B8-2A87-51A4C30C56F4}"/>
              </a:ext>
            </a:extLst>
          </p:cNvPr>
          <p:cNvSpPr/>
          <p:nvPr/>
        </p:nvSpPr>
        <p:spPr>
          <a:xfrm>
            <a:off x="3893505" y="1888581"/>
            <a:ext cx="1376624" cy="1376624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Off</a:t>
            </a:r>
          </a:p>
          <a:p>
            <a:pPr algn="ctr"/>
            <a:r>
              <a:rPr lang="en-US" dirty="0"/>
              <a:t>LED off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B3F32D-8525-F21E-478A-238BAC3DCCBA}"/>
              </a:ext>
            </a:extLst>
          </p:cNvPr>
          <p:cNvSpPr/>
          <p:nvPr/>
        </p:nvSpPr>
        <p:spPr>
          <a:xfrm>
            <a:off x="6738863" y="1830803"/>
            <a:ext cx="1376624" cy="1376624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On</a:t>
            </a:r>
          </a:p>
          <a:p>
            <a:pPr algn="ctr"/>
            <a:r>
              <a:rPr lang="en-US" dirty="0"/>
              <a:t>LED on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62DB9405-3569-CEE4-5092-391270B9E67E}"/>
              </a:ext>
            </a:extLst>
          </p:cNvPr>
          <p:cNvCxnSpPr>
            <a:cxnSpLocks/>
            <a:stCxn id="4" idx="0"/>
            <a:endCxn id="5" idx="0"/>
          </p:cNvCxnSpPr>
          <p:nvPr/>
        </p:nvCxnSpPr>
        <p:spPr>
          <a:xfrm rot="5400000" flipH="1" flipV="1">
            <a:off x="5975607" y="437013"/>
            <a:ext cx="57778" cy="2845358"/>
          </a:xfrm>
          <a:prstGeom prst="curvedConnector3">
            <a:avLst>
              <a:gd name="adj1" fmla="val 49565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56439984-EF6C-B883-6F2E-E4B08244D83F}"/>
              </a:ext>
            </a:extLst>
          </p:cNvPr>
          <p:cNvCxnSpPr>
            <a:cxnSpLocks/>
            <a:stCxn id="5" idx="4"/>
            <a:endCxn id="4" idx="4"/>
          </p:cNvCxnSpPr>
          <p:nvPr/>
        </p:nvCxnSpPr>
        <p:spPr>
          <a:xfrm rot="5400000">
            <a:off x="5975607" y="1813637"/>
            <a:ext cx="57778" cy="2845358"/>
          </a:xfrm>
          <a:prstGeom prst="curvedConnector3">
            <a:avLst>
              <a:gd name="adj1" fmla="val 63808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38D5AD4-6D3A-8BFE-EA4E-4C31281FADB3}"/>
              </a:ext>
            </a:extLst>
          </p:cNvPr>
          <p:cNvSpPr txBox="1"/>
          <p:nvPr/>
        </p:nvSpPr>
        <p:spPr>
          <a:xfrm>
            <a:off x="5215000" y="1206542"/>
            <a:ext cx="172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Button Pressed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D03B493-C17A-75E7-6CFA-9C3CACD0E0D3}"/>
              </a:ext>
            </a:extLst>
          </p:cNvPr>
          <p:cNvSpPr/>
          <p:nvPr/>
        </p:nvSpPr>
        <p:spPr>
          <a:xfrm>
            <a:off x="3812512" y="1358633"/>
            <a:ext cx="146538" cy="15599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2E48A8E-62BD-7171-50EC-449CFE1237F5}"/>
              </a:ext>
            </a:extLst>
          </p:cNvPr>
          <p:cNvCxnSpPr>
            <a:stCxn id="16" idx="5"/>
          </p:cNvCxnSpPr>
          <p:nvPr/>
        </p:nvCxnSpPr>
        <p:spPr>
          <a:xfrm rot="16200000" flipH="1">
            <a:off x="3967282" y="1462094"/>
            <a:ext cx="411027" cy="470410"/>
          </a:xfrm>
          <a:prstGeom prst="curvedConnector3">
            <a:avLst>
              <a:gd name="adj1" fmla="val 2066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E332C70-A3A0-8837-4E04-A6DF40141302}"/>
              </a:ext>
            </a:extLst>
          </p:cNvPr>
          <p:cNvSpPr txBox="1"/>
          <p:nvPr/>
        </p:nvSpPr>
        <p:spPr>
          <a:xfrm>
            <a:off x="5140388" y="3594786"/>
            <a:ext cx="172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Button Pressed</a:t>
            </a:r>
          </a:p>
        </p:txBody>
      </p:sp>
    </p:spTree>
    <p:extLst>
      <p:ext uri="{BB962C8B-B14F-4D97-AF65-F5344CB8AC3E}">
        <p14:creationId xmlns:p14="http://schemas.microsoft.com/office/powerpoint/2010/main" val="3638100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31A6E94-216B-E8B8-2A87-51A4C30C56F4}"/>
              </a:ext>
            </a:extLst>
          </p:cNvPr>
          <p:cNvSpPr/>
          <p:nvPr/>
        </p:nvSpPr>
        <p:spPr>
          <a:xfrm>
            <a:off x="3769716" y="1764792"/>
            <a:ext cx="1500413" cy="1500413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Green</a:t>
            </a:r>
          </a:p>
          <a:p>
            <a:pPr algn="ctr"/>
            <a:r>
              <a:rPr lang="en-US" sz="1200" dirty="0"/>
              <a:t>Green LED on,</a:t>
            </a:r>
          </a:p>
          <a:p>
            <a:pPr algn="ctr"/>
            <a:r>
              <a:rPr lang="en-US" sz="1200" dirty="0"/>
              <a:t>Red and Blue LED off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B3F32D-8525-F21E-478A-238BAC3DCCBA}"/>
              </a:ext>
            </a:extLst>
          </p:cNvPr>
          <p:cNvSpPr/>
          <p:nvPr/>
        </p:nvSpPr>
        <p:spPr>
          <a:xfrm>
            <a:off x="6738863" y="1830803"/>
            <a:ext cx="1376624" cy="1376624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Yellow</a:t>
            </a:r>
          </a:p>
          <a:p>
            <a:pPr algn="ctr"/>
            <a:r>
              <a:rPr lang="en-US" sz="1200" dirty="0"/>
              <a:t>Yellow LED on,</a:t>
            </a:r>
          </a:p>
          <a:p>
            <a:pPr algn="ctr"/>
            <a:r>
              <a:rPr lang="en-US" sz="1200" dirty="0"/>
              <a:t>Red and Green LED off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FD934D-9335-D163-9EAA-7F06D988556F}"/>
              </a:ext>
            </a:extLst>
          </p:cNvPr>
          <p:cNvSpPr/>
          <p:nvPr/>
        </p:nvSpPr>
        <p:spPr>
          <a:xfrm>
            <a:off x="5186088" y="3658979"/>
            <a:ext cx="1595176" cy="1595176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Red LED 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Yellow and Green LED off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62DB9405-3569-CEE4-5092-391270B9E67E}"/>
              </a:ext>
            </a:extLst>
          </p:cNvPr>
          <p:cNvCxnSpPr>
            <a:cxnSpLocks/>
            <a:stCxn id="4" idx="7"/>
            <a:endCxn id="5" idx="1"/>
          </p:cNvCxnSpPr>
          <p:nvPr/>
        </p:nvCxnSpPr>
        <p:spPr>
          <a:xfrm rot="16200000" flipH="1">
            <a:off x="5971490" y="1063430"/>
            <a:ext cx="47883" cy="1890066"/>
          </a:xfrm>
          <a:prstGeom prst="curvedConnector3">
            <a:avLst>
              <a:gd name="adj1" fmla="val -93630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9807016F-3683-CDD0-CBB8-5218A3B3B8A9}"/>
              </a:ext>
            </a:extLst>
          </p:cNvPr>
          <p:cNvCxnSpPr>
            <a:cxnSpLocks/>
            <a:stCxn id="5" idx="4"/>
            <a:endCxn id="6" idx="6"/>
          </p:cNvCxnSpPr>
          <p:nvPr/>
        </p:nvCxnSpPr>
        <p:spPr>
          <a:xfrm rot="5400000">
            <a:off x="6479650" y="3509042"/>
            <a:ext cx="1249140" cy="645911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56439984-EF6C-B883-6F2E-E4B08244D83F}"/>
              </a:ext>
            </a:extLst>
          </p:cNvPr>
          <p:cNvCxnSpPr>
            <a:cxnSpLocks/>
            <a:stCxn id="6" idx="2"/>
            <a:endCxn id="4" idx="4"/>
          </p:cNvCxnSpPr>
          <p:nvPr/>
        </p:nvCxnSpPr>
        <p:spPr>
          <a:xfrm rot="10800000">
            <a:off x="4519924" y="3265205"/>
            <a:ext cx="666165" cy="119136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38D5AD4-6D3A-8BFE-EA4E-4C31281FADB3}"/>
              </a:ext>
            </a:extLst>
          </p:cNvPr>
          <p:cNvSpPr txBox="1"/>
          <p:nvPr/>
        </p:nvSpPr>
        <p:spPr>
          <a:xfrm>
            <a:off x="5407688" y="1198811"/>
            <a:ext cx="137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seconds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D03B493-C17A-75E7-6CFA-9C3CACD0E0D3}"/>
              </a:ext>
            </a:extLst>
          </p:cNvPr>
          <p:cNvSpPr/>
          <p:nvPr/>
        </p:nvSpPr>
        <p:spPr>
          <a:xfrm>
            <a:off x="3812512" y="1358633"/>
            <a:ext cx="146538" cy="15599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2E48A8E-62BD-7171-50EC-449CFE1237F5}"/>
              </a:ext>
            </a:extLst>
          </p:cNvPr>
          <p:cNvCxnSpPr>
            <a:cxnSpLocks/>
            <a:stCxn id="16" idx="5"/>
            <a:endCxn id="4" idx="0"/>
          </p:cNvCxnSpPr>
          <p:nvPr/>
        </p:nvCxnSpPr>
        <p:spPr>
          <a:xfrm rot="16200000" flipH="1">
            <a:off x="4092253" y="1337122"/>
            <a:ext cx="273006" cy="5823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E27B5C-2121-0663-A263-F3641A8B532B}"/>
              </a:ext>
            </a:extLst>
          </p:cNvPr>
          <p:cNvSpPr txBox="1"/>
          <p:nvPr/>
        </p:nvSpPr>
        <p:spPr>
          <a:xfrm>
            <a:off x="7252732" y="3831997"/>
            <a:ext cx="137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 seconds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88469B-009E-6A56-53C3-753AE02E544A}"/>
              </a:ext>
            </a:extLst>
          </p:cNvPr>
          <p:cNvSpPr txBox="1"/>
          <p:nvPr/>
        </p:nvSpPr>
        <p:spPr>
          <a:xfrm>
            <a:off x="3337996" y="3831997"/>
            <a:ext cx="137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seconds</a:t>
            </a:r>
          </a:p>
        </p:txBody>
      </p:sp>
    </p:spTree>
    <p:extLst>
      <p:ext uri="{BB962C8B-B14F-4D97-AF65-F5344CB8AC3E}">
        <p14:creationId xmlns:p14="http://schemas.microsoft.com/office/powerpoint/2010/main" val="2191353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31A6E94-216B-E8B8-2A87-51A4C30C56F4}"/>
              </a:ext>
            </a:extLst>
          </p:cNvPr>
          <p:cNvSpPr/>
          <p:nvPr/>
        </p:nvSpPr>
        <p:spPr>
          <a:xfrm>
            <a:off x="3769716" y="1764792"/>
            <a:ext cx="1500413" cy="1500413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Green</a:t>
            </a:r>
          </a:p>
          <a:p>
            <a:pPr algn="ctr"/>
            <a:r>
              <a:rPr lang="en-US" sz="1200" dirty="0"/>
              <a:t>Green LED on,</a:t>
            </a:r>
          </a:p>
          <a:p>
            <a:pPr algn="ctr"/>
            <a:r>
              <a:rPr lang="en-US" sz="1200" dirty="0"/>
              <a:t>Red, Yellow, and Blue LED off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B3F32D-8525-F21E-478A-238BAC3DCCBA}"/>
              </a:ext>
            </a:extLst>
          </p:cNvPr>
          <p:cNvSpPr/>
          <p:nvPr/>
        </p:nvSpPr>
        <p:spPr>
          <a:xfrm>
            <a:off x="6738863" y="1830803"/>
            <a:ext cx="1376624" cy="1376624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Yellow</a:t>
            </a:r>
          </a:p>
          <a:p>
            <a:pPr algn="ctr"/>
            <a:r>
              <a:rPr lang="en-US" sz="1200" dirty="0"/>
              <a:t>Yellow LED on,</a:t>
            </a:r>
          </a:p>
          <a:p>
            <a:pPr algn="ctr"/>
            <a:r>
              <a:rPr lang="en-US" sz="1200" dirty="0"/>
              <a:t>Red, Blue and Green LED off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FD934D-9335-D163-9EAA-7F06D988556F}"/>
              </a:ext>
            </a:extLst>
          </p:cNvPr>
          <p:cNvSpPr/>
          <p:nvPr/>
        </p:nvSpPr>
        <p:spPr>
          <a:xfrm>
            <a:off x="3812512" y="3982468"/>
            <a:ext cx="1595176" cy="1595176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Red LED 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Red, Blue, and Green LED off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62DB9405-3569-CEE4-5092-391270B9E67E}"/>
              </a:ext>
            </a:extLst>
          </p:cNvPr>
          <p:cNvCxnSpPr>
            <a:cxnSpLocks/>
            <a:stCxn id="4" idx="7"/>
            <a:endCxn id="5" idx="1"/>
          </p:cNvCxnSpPr>
          <p:nvPr/>
        </p:nvCxnSpPr>
        <p:spPr>
          <a:xfrm rot="16200000" flipH="1">
            <a:off x="5971490" y="1063430"/>
            <a:ext cx="47883" cy="1890066"/>
          </a:xfrm>
          <a:prstGeom prst="curvedConnector3">
            <a:avLst>
              <a:gd name="adj1" fmla="val -93630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9807016F-3683-CDD0-CBB8-5218A3B3B8A9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rot="5400000">
            <a:off x="5452148" y="2727758"/>
            <a:ext cx="1210251" cy="1766385"/>
          </a:xfrm>
          <a:prstGeom prst="curvedConnector3">
            <a:avLst>
              <a:gd name="adj1" fmla="val 2506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56439984-EF6C-B883-6F2E-E4B08244D83F}"/>
              </a:ext>
            </a:extLst>
          </p:cNvPr>
          <p:cNvCxnSpPr>
            <a:cxnSpLocks/>
            <a:stCxn id="6" idx="2"/>
            <a:endCxn id="4" idx="2"/>
          </p:cNvCxnSpPr>
          <p:nvPr/>
        </p:nvCxnSpPr>
        <p:spPr>
          <a:xfrm rot="10800000">
            <a:off x="3769716" y="2515000"/>
            <a:ext cx="42796" cy="2265057"/>
          </a:xfrm>
          <a:prstGeom prst="curvedConnector3">
            <a:avLst>
              <a:gd name="adj1" fmla="val 63416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38D5AD4-6D3A-8BFE-EA4E-4C31281FADB3}"/>
              </a:ext>
            </a:extLst>
          </p:cNvPr>
          <p:cNvSpPr txBox="1"/>
          <p:nvPr/>
        </p:nvSpPr>
        <p:spPr>
          <a:xfrm>
            <a:off x="5407688" y="1198811"/>
            <a:ext cx="137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seconds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D03B493-C17A-75E7-6CFA-9C3CACD0E0D3}"/>
              </a:ext>
            </a:extLst>
          </p:cNvPr>
          <p:cNvSpPr/>
          <p:nvPr/>
        </p:nvSpPr>
        <p:spPr>
          <a:xfrm>
            <a:off x="3812512" y="1358633"/>
            <a:ext cx="146538" cy="15599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2E48A8E-62BD-7171-50EC-449CFE1237F5}"/>
              </a:ext>
            </a:extLst>
          </p:cNvPr>
          <p:cNvCxnSpPr>
            <a:cxnSpLocks/>
            <a:stCxn id="16" idx="5"/>
            <a:endCxn id="4" idx="0"/>
          </p:cNvCxnSpPr>
          <p:nvPr/>
        </p:nvCxnSpPr>
        <p:spPr>
          <a:xfrm rot="16200000" flipH="1">
            <a:off x="4092253" y="1337122"/>
            <a:ext cx="273006" cy="5823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E27B5C-2121-0663-A263-F3641A8B532B}"/>
              </a:ext>
            </a:extLst>
          </p:cNvPr>
          <p:cNvSpPr txBox="1"/>
          <p:nvPr/>
        </p:nvSpPr>
        <p:spPr>
          <a:xfrm>
            <a:off x="5841232" y="3321307"/>
            <a:ext cx="1376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 seconds + request button not pressed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88469B-009E-6A56-53C3-753AE02E544A}"/>
              </a:ext>
            </a:extLst>
          </p:cNvPr>
          <p:cNvSpPr txBox="1"/>
          <p:nvPr/>
        </p:nvSpPr>
        <p:spPr>
          <a:xfrm>
            <a:off x="2172726" y="3384207"/>
            <a:ext cx="137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seconds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D6CACFB-5B72-0779-18F0-7E84E6D2605A}"/>
              </a:ext>
            </a:extLst>
          </p:cNvPr>
          <p:cNvSpPr/>
          <p:nvPr/>
        </p:nvSpPr>
        <p:spPr>
          <a:xfrm>
            <a:off x="7628777" y="3789790"/>
            <a:ext cx="1749654" cy="1749654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/>
              <a:t>Crosswalk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Blue and Red LED 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Yellow and Green LED off</a:t>
            </a: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EB2537B6-B5C2-DE0B-E527-7F02DD10723C}"/>
              </a:ext>
            </a:extLst>
          </p:cNvPr>
          <p:cNvCxnSpPr>
            <a:cxnSpLocks/>
            <a:stCxn id="5" idx="6"/>
            <a:endCxn id="22" idx="0"/>
          </p:cNvCxnSpPr>
          <p:nvPr/>
        </p:nvCxnSpPr>
        <p:spPr>
          <a:xfrm>
            <a:off x="8115487" y="2519115"/>
            <a:ext cx="388117" cy="1270675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A53E95C5-505F-0C4F-D6F7-6E03C444F9C7}"/>
              </a:ext>
            </a:extLst>
          </p:cNvPr>
          <p:cNvCxnSpPr>
            <a:cxnSpLocks/>
            <a:stCxn id="22" idx="3"/>
            <a:endCxn id="6" idx="5"/>
          </p:cNvCxnSpPr>
          <p:nvPr/>
        </p:nvCxnSpPr>
        <p:spPr>
          <a:xfrm rot="5400000">
            <a:off x="6499133" y="3958160"/>
            <a:ext cx="60823" cy="2710928"/>
          </a:xfrm>
          <a:prstGeom prst="curvedConnector3">
            <a:avLst>
              <a:gd name="adj1" fmla="val 85992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54FEB26-6775-D34E-A138-1F94843BD6CC}"/>
              </a:ext>
            </a:extLst>
          </p:cNvPr>
          <p:cNvSpPr txBox="1"/>
          <p:nvPr/>
        </p:nvSpPr>
        <p:spPr>
          <a:xfrm>
            <a:off x="8522531" y="2692788"/>
            <a:ext cx="18398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 seconds + request button pressed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1B89C0-34C5-4BAE-708F-D02FF6EB1C4C}"/>
              </a:ext>
            </a:extLst>
          </p:cNvPr>
          <p:cNvSpPr txBox="1"/>
          <p:nvPr/>
        </p:nvSpPr>
        <p:spPr>
          <a:xfrm>
            <a:off x="6252153" y="5308679"/>
            <a:ext cx="137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 seconds</a:t>
            </a:r>
          </a:p>
        </p:txBody>
      </p:sp>
    </p:spTree>
    <p:extLst>
      <p:ext uri="{BB962C8B-B14F-4D97-AF65-F5344CB8AC3E}">
        <p14:creationId xmlns:p14="http://schemas.microsoft.com/office/powerpoint/2010/main" val="3093412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B4CD9DE-E64C-0DEB-D5E9-4FACECED9538}"/>
              </a:ext>
            </a:extLst>
          </p:cNvPr>
          <p:cNvCxnSpPr/>
          <p:nvPr/>
        </p:nvCxnSpPr>
        <p:spPr>
          <a:xfrm>
            <a:off x="2048005" y="3626285"/>
            <a:ext cx="839870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55306A6-B50A-CB07-B927-5A407EF2E8E1}"/>
              </a:ext>
            </a:extLst>
          </p:cNvPr>
          <p:cNvSpPr txBox="1"/>
          <p:nvPr/>
        </p:nvSpPr>
        <p:spPr>
          <a:xfrm>
            <a:off x="670143" y="2887621"/>
            <a:ext cx="13778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Voltage</a:t>
            </a:r>
          </a:p>
          <a:p>
            <a:pPr algn="r"/>
            <a:endParaRPr lang="en-US" dirty="0"/>
          </a:p>
          <a:p>
            <a:pPr algn="r"/>
            <a:r>
              <a:rPr lang="en-US" dirty="0"/>
              <a:t>Time</a:t>
            </a:r>
          </a:p>
          <a:p>
            <a:pPr algn="r"/>
            <a:endParaRPr lang="en-US" dirty="0"/>
          </a:p>
          <a:p>
            <a:pPr algn="r"/>
            <a:r>
              <a:rPr lang="en-US" dirty="0"/>
              <a:t>Instruction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0EF2E4-C486-5857-6FE7-6DD4F7F021B2}"/>
              </a:ext>
            </a:extLst>
          </p:cNvPr>
          <p:cNvCxnSpPr>
            <a:cxnSpLocks/>
          </p:cNvCxnSpPr>
          <p:nvPr/>
        </p:nvCxnSpPr>
        <p:spPr>
          <a:xfrm>
            <a:off x="2010427" y="1943622"/>
            <a:ext cx="1572017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8CDBB-39B2-8144-EA18-599845938E48}"/>
              </a:ext>
            </a:extLst>
          </p:cNvPr>
          <p:cNvCxnSpPr>
            <a:cxnSpLocks/>
          </p:cNvCxnSpPr>
          <p:nvPr/>
        </p:nvCxnSpPr>
        <p:spPr>
          <a:xfrm>
            <a:off x="3582444" y="3083491"/>
            <a:ext cx="1572017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D65491-A51C-FABB-E45B-AEFBE4C6B889}"/>
              </a:ext>
            </a:extLst>
          </p:cNvPr>
          <p:cNvCxnSpPr>
            <a:cxnSpLocks/>
          </p:cNvCxnSpPr>
          <p:nvPr/>
        </p:nvCxnSpPr>
        <p:spPr>
          <a:xfrm flipV="1">
            <a:off x="3582444" y="1906044"/>
            <a:ext cx="0" cy="121293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9405FE-4EAC-826D-4EDC-0051486C2879}"/>
              </a:ext>
            </a:extLst>
          </p:cNvPr>
          <p:cNvCxnSpPr>
            <a:cxnSpLocks/>
          </p:cNvCxnSpPr>
          <p:nvPr/>
        </p:nvCxnSpPr>
        <p:spPr>
          <a:xfrm flipV="1">
            <a:off x="5116883" y="1906044"/>
            <a:ext cx="0" cy="1200411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D237B3-614F-9E62-5DE9-42DCCA6BCBB1}"/>
              </a:ext>
            </a:extLst>
          </p:cNvPr>
          <p:cNvCxnSpPr>
            <a:cxnSpLocks/>
          </p:cNvCxnSpPr>
          <p:nvPr/>
        </p:nvCxnSpPr>
        <p:spPr>
          <a:xfrm>
            <a:off x="5085568" y="1943625"/>
            <a:ext cx="5073040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AD9DE58-FFC5-379D-6431-CD6213F02164}"/>
              </a:ext>
            </a:extLst>
          </p:cNvPr>
          <p:cNvSpPr/>
          <p:nvPr/>
        </p:nvSpPr>
        <p:spPr>
          <a:xfrm>
            <a:off x="2048005" y="4027118"/>
            <a:ext cx="4152379" cy="33783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__</a:t>
            </a:r>
            <a:r>
              <a:rPr lang="en-US" dirty="0" err="1"/>
              <a:t>delay_cycles</a:t>
            </a:r>
            <a:r>
              <a:rPr lang="en-US" dirty="0"/>
              <a:t>()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6A17C3-B153-897B-7C7E-426E4DE5D361}"/>
              </a:ext>
            </a:extLst>
          </p:cNvPr>
          <p:cNvSpPr/>
          <p:nvPr/>
        </p:nvSpPr>
        <p:spPr>
          <a:xfrm>
            <a:off x="6294328" y="4027118"/>
            <a:ext cx="1566972" cy="3378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check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2385AC-82BC-66FB-4ED1-C600ECD34FC4}"/>
              </a:ext>
            </a:extLst>
          </p:cNvPr>
          <p:cNvSpPr/>
          <p:nvPr/>
        </p:nvSpPr>
        <p:spPr>
          <a:xfrm>
            <a:off x="7955244" y="4027118"/>
            <a:ext cx="2280957" cy="33783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Other Instructions</a:t>
            </a:r>
          </a:p>
        </p:txBody>
      </p:sp>
    </p:spTree>
    <p:extLst>
      <p:ext uri="{BB962C8B-B14F-4D97-AF65-F5344CB8AC3E}">
        <p14:creationId xmlns:p14="http://schemas.microsoft.com/office/powerpoint/2010/main" val="4169045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A5300F"/>
      </a:accent2>
      <a:accent3>
        <a:srgbClr val="E19825"/>
      </a:accent3>
      <a:accent4>
        <a:srgbClr val="989898"/>
      </a:accent4>
      <a:accent5>
        <a:srgbClr val="464646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135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Shue</dc:creator>
  <cp:lastModifiedBy>Sam Shue</cp:lastModifiedBy>
  <cp:revision>14</cp:revision>
  <dcterms:created xsi:type="dcterms:W3CDTF">2024-04-18T16:11:49Z</dcterms:created>
  <dcterms:modified xsi:type="dcterms:W3CDTF">2024-06-19T21:22:56Z</dcterms:modified>
</cp:coreProperties>
</file>