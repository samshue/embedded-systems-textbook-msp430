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5678-F599-460D-A5BD-1BCA05D91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5ACC7-5810-4A6A-BF0F-DFAAE4F19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8823-8C45-4C6A-9002-E255F704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5ADB2-434E-48E5-A003-5EF9A61F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E4DDD-2FD8-4920-BF4E-B4A1D7DE6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9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2F499-9433-4F7C-9C15-5E5C91423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D30C-357A-4A64-BD02-53BCC06EA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E33B3-8A98-46F8-B746-87DFA9CB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46AFF-AA5A-48EE-83BA-DA5915E5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5BC68-CA68-4578-8BDF-E280B63C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26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8E30-C5F5-47A0-ADD1-C998CCDE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FA6D5-1C69-40A8-B1FB-F177FD1E6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FB5E5-53B2-4110-AF39-338FBF4F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3EA54-181E-4FD2-9E1A-12E2B108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8C99C-00F7-4533-92D0-39DFF41B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6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7701-BA0E-48E4-802E-91BFA0500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35C9B-4782-4034-AD15-5A6DC0BFE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C317A-C65B-4494-AE79-030A3FE5F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931C4-F68D-4314-BCA7-0A8081B0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CB989-37BD-4599-980B-34CEA7F7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B646F-A952-49A6-905C-4E1FE181E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8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3ABC-A99A-41FC-8656-82127D2A0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77164-3A33-476D-9542-D6604F8BD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4E4B9-3499-48B7-89FD-F757DA881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BDE40-0B02-4BF8-AC15-6A2E4ED56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3A923A-6F0A-4A81-AF4D-8908A9EB5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ECB021-5409-4A9B-9093-AAF5555B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0C180C-08FD-416C-8588-814ED7463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483CD-8CE7-4925-A4FF-CBED3AE7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0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6A6A-21E1-4155-8349-E5F0CB4DD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8BBF92-D07C-4746-8A31-1E6889DC5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5D2CE-4D76-4BC7-B42C-BFF99DE9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620186-EAF9-4B49-9116-B89A888D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49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9EA1F-0E5A-415D-B7F4-F59F8BB9B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63F4C-AE79-47A1-8B76-F117AF67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2CA43-2F04-431F-8DA7-B4F2CF38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3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26E5-28B8-4327-897E-5017B881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21668-C2D8-406D-95E8-592892988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A2BC7-4B81-4797-848B-71A93860C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4DF23-8CFF-4E7C-906A-60402B73D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C46FF-7C23-48C8-8AB6-3ECEBD94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09D5D-E626-4911-94F6-07DBEC75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E937-CDA8-4843-A823-A752F428C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1E8A0-C07F-4C2F-9252-5E0E9B84D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BF25B-7411-4246-9AD3-D2DE29A2E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22F92-9035-49EE-ABA0-5538C93C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B0703-D37E-4BA9-8BD0-8654E978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D24D2-BF53-4AA4-96A5-37613A1E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8A74-D09D-4737-8B83-485F9671B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2D134-87FF-4C7F-88FC-E170C081B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BAEE2-1731-4A2C-9C60-EC0418D98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5C0A1-8B01-4FC8-AAC2-586394F6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8ABA-CB31-4195-97CC-D2FB73BC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60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B0BAA4-0488-47E1-B837-7B29D4FC9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5B24C-EE75-40A2-95DC-4DC59A7F2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8186E-8682-4A46-9F8C-0CF7E068C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3C2DB-4A5A-453B-BD04-FBE52443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7E8DD-23C7-4490-9E73-A2CB311C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94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C11AE-43E8-4775-B541-CACDA02AB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48A49-CFCC-4ED5-87D4-B20747567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3253E-C423-4C65-8302-E5FB82659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F9150-2842-488D-9141-A1CEEC6EA1A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A3ED1-7035-4D0A-B368-E8FBBC7B1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765C9-971C-49CC-B68B-FAF3D1B87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96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323C88F1-009C-47DD-9651-8E1F52FD59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91522" y="304800"/>
            <a:ext cx="5608955" cy="6248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D03559-B14A-43AC-969A-62F62D71E881}"/>
              </a:ext>
            </a:extLst>
          </p:cNvPr>
          <p:cNvSpPr/>
          <p:nvPr/>
        </p:nvSpPr>
        <p:spPr>
          <a:xfrm>
            <a:off x="3407079" y="835486"/>
            <a:ext cx="85469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A3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074522-C983-443C-97C2-99542A7DDAD6}"/>
              </a:ext>
            </a:extLst>
          </p:cNvPr>
          <p:cNvSpPr/>
          <p:nvPr/>
        </p:nvSpPr>
        <p:spPr>
          <a:xfrm>
            <a:off x="3438392" y="165969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P1REN.3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7791E-607D-400C-A368-6E769BBE5BF6}"/>
              </a:ext>
            </a:extLst>
          </p:cNvPr>
          <p:cNvSpPr/>
          <p:nvPr/>
        </p:nvSpPr>
        <p:spPr>
          <a:xfrm>
            <a:off x="3446117" y="1820867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P1DIR.3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44E1C-85B8-483D-B675-D4B9DAC907A4}"/>
              </a:ext>
            </a:extLst>
          </p:cNvPr>
          <p:cNvSpPr/>
          <p:nvPr/>
        </p:nvSpPr>
        <p:spPr>
          <a:xfrm>
            <a:off x="3438391" y="306303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P1OUT.3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D7624C-FA23-49FD-9C34-C2E0FED90F20}"/>
              </a:ext>
            </a:extLst>
          </p:cNvPr>
          <p:cNvSpPr/>
          <p:nvPr/>
        </p:nvSpPr>
        <p:spPr>
          <a:xfrm>
            <a:off x="3446117" y="423003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P1IN.3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CAE5B-DE27-40E7-B306-6758D691DB00}"/>
              </a:ext>
            </a:extLst>
          </p:cNvPr>
          <p:cNvSpPr/>
          <p:nvPr/>
        </p:nvSpPr>
        <p:spPr>
          <a:xfrm>
            <a:off x="3438390" y="4505612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P1IE.3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418706-4788-4BB5-B2C8-6934444884B1}"/>
              </a:ext>
            </a:extLst>
          </p:cNvPr>
          <p:cNvSpPr/>
          <p:nvPr/>
        </p:nvSpPr>
        <p:spPr>
          <a:xfrm>
            <a:off x="3438389" y="519830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P1IFG.3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5EA84-D17F-4E57-8BFD-A2CCE9B09FEC}"/>
              </a:ext>
            </a:extLst>
          </p:cNvPr>
          <p:cNvSpPr/>
          <p:nvPr/>
        </p:nvSpPr>
        <p:spPr>
          <a:xfrm>
            <a:off x="3438389" y="5549030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P1IES.3</a:t>
            </a:r>
          </a:p>
        </p:txBody>
      </p:sp>
    </p:spTree>
    <p:extLst>
      <p:ext uri="{BB962C8B-B14F-4D97-AF65-F5344CB8AC3E}">
        <p14:creationId xmlns:p14="http://schemas.microsoft.com/office/powerpoint/2010/main" val="22255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323C88F1-009C-47DD-9651-8E1F52FD59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91522" y="304800"/>
            <a:ext cx="5608955" cy="6248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D03559-B14A-43AC-969A-62F62D71E881}"/>
              </a:ext>
            </a:extLst>
          </p:cNvPr>
          <p:cNvSpPr/>
          <p:nvPr/>
        </p:nvSpPr>
        <p:spPr>
          <a:xfrm>
            <a:off x="3407079" y="835486"/>
            <a:ext cx="85469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A3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074522-C983-443C-97C2-99542A7DDAD6}"/>
              </a:ext>
            </a:extLst>
          </p:cNvPr>
          <p:cNvSpPr/>
          <p:nvPr/>
        </p:nvSpPr>
        <p:spPr>
          <a:xfrm>
            <a:off x="3438392" y="165969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P1REN.3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7791E-607D-400C-A368-6E769BBE5BF6}"/>
              </a:ext>
            </a:extLst>
          </p:cNvPr>
          <p:cNvSpPr/>
          <p:nvPr/>
        </p:nvSpPr>
        <p:spPr>
          <a:xfrm>
            <a:off x="3446117" y="1820867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P1DIR.3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44E1C-85B8-483D-B675-D4B9DAC907A4}"/>
              </a:ext>
            </a:extLst>
          </p:cNvPr>
          <p:cNvSpPr/>
          <p:nvPr/>
        </p:nvSpPr>
        <p:spPr>
          <a:xfrm>
            <a:off x="3438391" y="306303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P1OUT.3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D7624C-FA23-49FD-9C34-C2E0FED90F20}"/>
              </a:ext>
            </a:extLst>
          </p:cNvPr>
          <p:cNvSpPr/>
          <p:nvPr/>
        </p:nvSpPr>
        <p:spPr>
          <a:xfrm>
            <a:off x="3446117" y="423003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P1IN.3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CAE5B-DE27-40E7-B306-6758D691DB00}"/>
              </a:ext>
            </a:extLst>
          </p:cNvPr>
          <p:cNvSpPr/>
          <p:nvPr/>
        </p:nvSpPr>
        <p:spPr>
          <a:xfrm>
            <a:off x="3438390" y="4505612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P1IE.3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418706-4788-4BB5-B2C8-6934444884B1}"/>
              </a:ext>
            </a:extLst>
          </p:cNvPr>
          <p:cNvSpPr/>
          <p:nvPr/>
        </p:nvSpPr>
        <p:spPr>
          <a:xfrm>
            <a:off x="3438389" y="519830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P1IFG.3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5EA84-D17F-4E57-8BFD-A2CCE9B09FEC}"/>
              </a:ext>
            </a:extLst>
          </p:cNvPr>
          <p:cNvSpPr/>
          <p:nvPr/>
        </p:nvSpPr>
        <p:spPr>
          <a:xfrm>
            <a:off x="3438389" y="5549030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P1IES.3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7A70A7-14F8-4EF5-9B87-883258F4409E}"/>
              </a:ext>
            </a:extLst>
          </p:cNvPr>
          <p:cNvCxnSpPr/>
          <p:nvPr/>
        </p:nvCxnSpPr>
        <p:spPr>
          <a:xfrm>
            <a:off x="4261772" y="1903956"/>
            <a:ext cx="77369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0A9642-F4FE-4B20-92DB-9FBC68985612}"/>
              </a:ext>
            </a:extLst>
          </p:cNvPr>
          <p:cNvCxnSpPr>
            <a:cxnSpLocks/>
          </p:cNvCxnSpPr>
          <p:nvPr/>
        </p:nvCxnSpPr>
        <p:spPr>
          <a:xfrm>
            <a:off x="5184522" y="1998319"/>
            <a:ext cx="527346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6BB73D-49BE-434B-9E63-75DBAB0B5BC1}"/>
              </a:ext>
            </a:extLst>
          </p:cNvPr>
          <p:cNvCxnSpPr>
            <a:cxnSpLocks/>
          </p:cNvCxnSpPr>
          <p:nvPr/>
        </p:nvCxnSpPr>
        <p:spPr>
          <a:xfrm>
            <a:off x="5711868" y="2939858"/>
            <a:ext cx="1283918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5A0441A-20C8-4D9F-9FBC-91FCF27E4F42}"/>
              </a:ext>
            </a:extLst>
          </p:cNvPr>
          <p:cNvCxnSpPr>
            <a:cxnSpLocks/>
          </p:cNvCxnSpPr>
          <p:nvPr/>
        </p:nvCxnSpPr>
        <p:spPr>
          <a:xfrm>
            <a:off x="5711868" y="1998319"/>
            <a:ext cx="0" cy="941539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180014-6A91-4589-9B6E-7FC817BF02F9}"/>
              </a:ext>
            </a:extLst>
          </p:cNvPr>
          <p:cNvCxnSpPr>
            <a:cxnSpLocks/>
          </p:cNvCxnSpPr>
          <p:nvPr/>
        </p:nvCxnSpPr>
        <p:spPr>
          <a:xfrm>
            <a:off x="7020838" y="2939858"/>
            <a:ext cx="0" cy="273485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B94D8E-AAD9-48B4-9D56-32804E850CD4}"/>
              </a:ext>
            </a:extLst>
          </p:cNvPr>
          <p:cNvCxnSpPr>
            <a:cxnSpLocks/>
          </p:cNvCxnSpPr>
          <p:nvPr/>
        </p:nvCxnSpPr>
        <p:spPr>
          <a:xfrm>
            <a:off x="4261772" y="3142362"/>
            <a:ext cx="77369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58282D-E5CB-4178-805F-7CC3C1F90473}"/>
              </a:ext>
            </a:extLst>
          </p:cNvPr>
          <p:cNvCxnSpPr>
            <a:cxnSpLocks/>
          </p:cNvCxnSpPr>
          <p:nvPr/>
        </p:nvCxnSpPr>
        <p:spPr>
          <a:xfrm>
            <a:off x="5178259" y="3257601"/>
            <a:ext cx="1748634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AC3D54-24D3-4F74-BF2C-6E9991A5E968}"/>
              </a:ext>
            </a:extLst>
          </p:cNvPr>
          <p:cNvCxnSpPr>
            <a:cxnSpLocks/>
          </p:cNvCxnSpPr>
          <p:nvPr/>
        </p:nvCxnSpPr>
        <p:spPr>
          <a:xfrm>
            <a:off x="7151843" y="3257601"/>
            <a:ext cx="852289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3B50412-6205-4E16-9D21-ECB4743411FC}"/>
              </a:ext>
            </a:extLst>
          </p:cNvPr>
          <p:cNvSpPr txBox="1"/>
          <p:nvPr/>
        </p:nvSpPr>
        <p:spPr>
          <a:xfrm>
            <a:off x="8337846" y="2749769"/>
            <a:ext cx="598540" cy="1015663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1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323C88F1-009C-47DD-9651-8E1F52FD59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91522" y="304800"/>
            <a:ext cx="5608955" cy="6248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D03559-B14A-43AC-969A-62F62D71E881}"/>
              </a:ext>
            </a:extLst>
          </p:cNvPr>
          <p:cNvSpPr/>
          <p:nvPr/>
        </p:nvSpPr>
        <p:spPr>
          <a:xfrm>
            <a:off x="3407079" y="835486"/>
            <a:ext cx="85469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A0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074522-C983-443C-97C2-99542A7DDAD6}"/>
              </a:ext>
            </a:extLst>
          </p:cNvPr>
          <p:cNvSpPr/>
          <p:nvPr/>
        </p:nvSpPr>
        <p:spPr>
          <a:xfrm>
            <a:off x="3438392" y="165969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P1REN.0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7791E-607D-400C-A368-6E769BBE5BF6}"/>
              </a:ext>
            </a:extLst>
          </p:cNvPr>
          <p:cNvSpPr/>
          <p:nvPr/>
        </p:nvSpPr>
        <p:spPr>
          <a:xfrm>
            <a:off x="3446117" y="1820867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P1DIR.0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44E1C-85B8-483D-B675-D4B9DAC907A4}"/>
              </a:ext>
            </a:extLst>
          </p:cNvPr>
          <p:cNvSpPr/>
          <p:nvPr/>
        </p:nvSpPr>
        <p:spPr>
          <a:xfrm>
            <a:off x="3438391" y="306303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P1OUT.0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D7624C-FA23-49FD-9C34-C2E0FED90F20}"/>
              </a:ext>
            </a:extLst>
          </p:cNvPr>
          <p:cNvSpPr/>
          <p:nvPr/>
        </p:nvSpPr>
        <p:spPr>
          <a:xfrm>
            <a:off x="3446117" y="423003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P1IN.0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CAE5B-DE27-40E7-B306-6758D691DB00}"/>
              </a:ext>
            </a:extLst>
          </p:cNvPr>
          <p:cNvSpPr/>
          <p:nvPr/>
        </p:nvSpPr>
        <p:spPr>
          <a:xfrm>
            <a:off x="3438390" y="4505612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418706-4788-4BB5-B2C8-6934444884B1}"/>
              </a:ext>
            </a:extLst>
          </p:cNvPr>
          <p:cNvSpPr/>
          <p:nvPr/>
        </p:nvSpPr>
        <p:spPr>
          <a:xfrm>
            <a:off x="3438389" y="519830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P1IFG.0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5EA84-D17F-4E57-8BFD-A2CCE9B09FEC}"/>
              </a:ext>
            </a:extLst>
          </p:cNvPr>
          <p:cNvSpPr/>
          <p:nvPr/>
        </p:nvSpPr>
        <p:spPr>
          <a:xfrm>
            <a:off x="3438389" y="5549030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P1IES.0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180014-6A91-4589-9B6E-7FC817BF02F9}"/>
              </a:ext>
            </a:extLst>
          </p:cNvPr>
          <p:cNvCxnSpPr>
            <a:cxnSpLocks/>
          </p:cNvCxnSpPr>
          <p:nvPr/>
        </p:nvCxnSpPr>
        <p:spPr>
          <a:xfrm>
            <a:off x="6926893" y="1769092"/>
            <a:ext cx="0" cy="673483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B94D8E-AAD9-48B4-9D56-32804E850CD4}"/>
              </a:ext>
            </a:extLst>
          </p:cNvPr>
          <p:cNvCxnSpPr>
            <a:cxnSpLocks/>
          </p:cNvCxnSpPr>
          <p:nvPr/>
        </p:nvCxnSpPr>
        <p:spPr>
          <a:xfrm>
            <a:off x="4261772" y="3142362"/>
            <a:ext cx="77369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58282D-E5CB-4178-805F-7CC3C1F90473}"/>
              </a:ext>
            </a:extLst>
          </p:cNvPr>
          <p:cNvCxnSpPr>
            <a:cxnSpLocks/>
          </p:cNvCxnSpPr>
          <p:nvPr/>
        </p:nvCxnSpPr>
        <p:spPr>
          <a:xfrm>
            <a:off x="5178259" y="3257601"/>
            <a:ext cx="1748634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AC3D54-24D3-4F74-BF2C-6E9991A5E968}"/>
              </a:ext>
            </a:extLst>
          </p:cNvPr>
          <p:cNvCxnSpPr>
            <a:cxnSpLocks/>
          </p:cNvCxnSpPr>
          <p:nvPr/>
        </p:nvCxnSpPr>
        <p:spPr>
          <a:xfrm>
            <a:off x="7151843" y="3257601"/>
            <a:ext cx="852289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3B50412-6205-4E16-9D21-ECB4743411FC}"/>
              </a:ext>
            </a:extLst>
          </p:cNvPr>
          <p:cNvSpPr txBox="1"/>
          <p:nvPr/>
        </p:nvSpPr>
        <p:spPr>
          <a:xfrm>
            <a:off x="8337846" y="2749769"/>
            <a:ext cx="598540" cy="1015663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70C968-B2FA-4443-9BD7-A3DB4542EB11}"/>
              </a:ext>
            </a:extLst>
          </p:cNvPr>
          <p:cNvCxnSpPr>
            <a:cxnSpLocks/>
          </p:cNvCxnSpPr>
          <p:nvPr/>
        </p:nvCxnSpPr>
        <p:spPr>
          <a:xfrm>
            <a:off x="4261772" y="1754061"/>
            <a:ext cx="1834228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3AC24C-9372-427D-8D22-7E81B9125F5B}"/>
              </a:ext>
            </a:extLst>
          </p:cNvPr>
          <p:cNvCxnSpPr>
            <a:cxnSpLocks/>
          </p:cNvCxnSpPr>
          <p:nvPr/>
        </p:nvCxnSpPr>
        <p:spPr>
          <a:xfrm>
            <a:off x="6374495" y="1769092"/>
            <a:ext cx="552398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904C713-4080-4C95-A27D-1FA3C751919A}"/>
              </a:ext>
            </a:extLst>
          </p:cNvPr>
          <p:cNvCxnSpPr>
            <a:cxnSpLocks/>
          </p:cNvCxnSpPr>
          <p:nvPr/>
        </p:nvCxnSpPr>
        <p:spPr>
          <a:xfrm>
            <a:off x="4680040" y="2577021"/>
            <a:ext cx="2635160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542FC9-D58B-4AFE-91CD-57F266523064}"/>
              </a:ext>
            </a:extLst>
          </p:cNvPr>
          <p:cNvCxnSpPr>
            <a:cxnSpLocks/>
          </p:cNvCxnSpPr>
          <p:nvPr/>
        </p:nvCxnSpPr>
        <p:spPr>
          <a:xfrm>
            <a:off x="7315200" y="2577021"/>
            <a:ext cx="0" cy="68058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9E577DF-85BB-4C7D-9187-B9DDFBA6E092}"/>
              </a:ext>
            </a:extLst>
          </p:cNvPr>
          <p:cNvCxnSpPr>
            <a:cxnSpLocks/>
          </p:cNvCxnSpPr>
          <p:nvPr/>
        </p:nvCxnSpPr>
        <p:spPr>
          <a:xfrm>
            <a:off x="4261772" y="2679317"/>
            <a:ext cx="291439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B4D55BA-F91C-44F3-A851-6ABA6AD9EEB0}"/>
              </a:ext>
            </a:extLst>
          </p:cNvPr>
          <p:cNvCxnSpPr>
            <a:cxnSpLocks/>
          </p:cNvCxnSpPr>
          <p:nvPr/>
        </p:nvCxnSpPr>
        <p:spPr>
          <a:xfrm>
            <a:off x="7724384" y="3257601"/>
            <a:ext cx="0" cy="1051352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0875EAE-C74A-4562-A99F-6E1406BE3585}"/>
              </a:ext>
            </a:extLst>
          </p:cNvPr>
          <p:cNvCxnSpPr>
            <a:cxnSpLocks/>
          </p:cNvCxnSpPr>
          <p:nvPr/>
        </p:nvCxnSpPr>
        <p:spPr>
          <a:xfrm>
            <a:off x="7724384" y="4308953"/>
            <a:ext cx="0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D1772DC-7100-47F0-AB67-3580DB2046CA}"/>
              </a:ext>
            </a:extLst>
          </p:cNvPr>
          <p:cNvCxnSpPr>
            <a:cxnSpLocks/>
          </p:cNvCxnSpPr>
          <p:nvPr/>
        </p:nvCxnSpPr>
        <p:spPr>
          <a:xfrm>
            <a:off x="7151843" y="4327742"/>
            <a:ext cx="57254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29FCF72-4076-4E47-BDD9-EF99736855FE}"/>
              </a:ext>
            </a:extLst>
          </p:cNvPr>
          <p:cNvCxnSpPr>
            <a:cxnSpLocks/>
          </p:cNvCxnSpPr>
          <p:nvPr/>
        </p:nvCxnSpPr>
        <p:spPr>
          <a:xfrm>
            <a:off x="4261772" y="4327742"/>
            <a:ext cx="266512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EC45052-E90A-4F75-BECC-DB22D81E6568}"/>
              </a:ext>
            </a:extLst>
          </p:cNvPr>
          <p:cNvCxnSpPr>
            <a:cxnSpLocks/>
          </p:cNvCxnSpPr>
          <p:nvPr/>
        </p:nvCxnSpPr>
        <p:spPr>
          <a:xfrm>
            <a:off x="4636091" y="2749769"/>
            <a:ext cx="0" cy="392593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454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68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Shue</dc:creator>
  <cp:lastModifiedBy>Sam Shue</cp:lastModifiedBy>
  <cp:revision>8</cp:revision>
  <dcterms:created xsi:type="dcterms:W3CDTF">2022-05-30T13:44:24Z</dcterms:created>
  <dcterms:modified xsi:type="dcterms:W3CDTF">2022-05-30T16:23:27Z</dcterms:modified>
</cp:coreProperties>
</file>